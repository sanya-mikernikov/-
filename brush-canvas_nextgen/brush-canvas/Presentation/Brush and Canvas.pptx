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0.png" ContentType="image/png"/>
  <Override PartName="/ppt/media/image6.jpeg" ContentType="image/jpeg"/>
  <Override PartName="/ppt/media/image1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9.png" ContentType="image/png"/>
  <Override PartName="/ppt/media/image11.png" ContentType="image/png"/>
  <Override PartName="/ppt/media/image2.png" ContentType="image/png"/>
  <Override PartName="/ppt/media/image17.jpeg" ContentType="image/jpeg"/>
  <Override PartName="/ppt/media/image16.png" ContentType="image/png"/>
  <Override PartName="/ppt/media/image15.png" ContentType="image/png"/>
  <Override PartName="/ppt/media/image14.png" ContentType="image/png"/>
  <Override PartName="/ppt/media/image5.png" ContentType="image/png"/>
  <Override PartName="/ppt/media/image13.jpeg" ContentType="image/jpeg"/>
  <Override PartName="/ppt/media/image4.png" ContentType="image/png"/>
  <Override PartName="/ppt/media/image20.png" ContentType="image/png"/>
  <Override PartName="/ppt/media/image18.png" ContentType="image/png"/>
  <Override PartName="/ppt/media/image9.png" ContentType="image/png"/>
  <Override PartName="/ppt/media/image7.jpeg" ContentType="image/jpe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38640" y="-32040"/>
            <a:ext cx="7938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8DEC64-F496-464E-AA8B-069C93DB24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38640" y="-32040"/>
            <a:ext cx="7938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6EECE95-1A37-4E61-87AD-E6558917E3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38640" y="-32040"/>
            <a:ext cx="7938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17D3C98-DD51-4E7B-A813-88657CB98F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38640" y="-32040"/>
            <a:ext cx="7938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7E0E7A1-BD61-45DA-941E-7B73A7BE5A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38640" y="-32040"/>
            <a:ext cx="7938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CF48232-8F0A-4A27-A814-D04F1BC864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0" y="1418760"/>
            <a:ext cx="9143280" cy="102600"/>
          </a:xfrm>
          <a:prstGeom prst="rect">
            <a:avLst/>
          </a:prstGeom>
          <a:ln w="0">
            <a:noFill/>
          </a:ln>
        </p:spPr>
      </p:pic>
      <p:sp>
        <p:nvSpPr>
          <p:cNvPr id="1" name="bg object 17"/>
          <p:cNvSpPr/>
          <p:nvPr/>
        </p:nvSpPr>
        <p:spPr>
          <a:xfrm>
            <a:off x="0" y="1436040"/>
            <a:ext cx="9143280" cy="450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45000"/>
              <a:gd name="textAreaBottom" fmla="*/ 45720 h 45000"/>
            </a:gdLst>
            <a:ahLst/>
            <a:rect l="textAreaLeft" t="textAreaTop" r="textAreaRight" b="textAreaBottom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bg object 18"/>
          <p:cNvSpPr/>
          <p:nvPr/>
        </p:nvSpPr>
        <p:spPr>
          <a:xfrm>
            <a:off x="0" y="0"/>
            <a:ext cx="9143280" cy="14331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433160"/>
              <a:gd name="textAreaBottom" fmla="*/ 1433880 h 1433160"/>
            </a:gdLst>
            <a:ahLst/>
            <a:rect l="textAreaLeft" t="textAreaTop" r="textAreaRight" b="textAreaBottom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702"/>
                </a:lnTo>
                <a:lnTo>
                  <a:pt x="9144000" y="1433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38640" y="213840"/>
            <a:ext cx="793872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текста заглавия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щёлкните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1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B63E8F-FC27-4E6B-8EAC-0700C9A40BEF}" type="slidenum">
              <a: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dt" idx="3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g object 16" descr=""/>
          <p:cNvPicPr/>
          <p:nvPr/>
        </p:nvPicPr>
        <p:blipFill>
          <a:blip r:embed="rId2"/>
          <a:stretch/>
        </p:blipFill>
        <p:spPr>
          <a:xfrm>
            <a:off x="0" y="1418760"/>
            <a:ext cx="9143280" cy="102600"/>
          </a:xfrm>
          <a:prstGeom prst="rect">
            <a:avLst/>
          </a:prstGeom>
          <a:ln w="0">
            <a:noFill/>
          </a:ln>
        </p:spPr>
      </p:pic>
      <p:sp>
        <p:nvSpPr>
          <p:cNvPr id="11" name="bg object 17" hidden="1"/>
          <p:cNvSpPr/>
          <p:nvPr/>
        </p:nvSpPr>
        <p:spPr>
          <a:xfrm>
            <a:off x="0" y="1436040"/>
            <a:ext cx="9143280" cy="450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45000"/>
              <a:gd name="textAreaBottom" fmla="*/ 45720 h 45000"/>
            </a:gdLst>
            <a:ahLst/>
            <a:rect l="textAreaLeft" t="textAreaTop" r="textAreaRight" b="textAreaBottom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bg object 18" hidden="1"/>
          <p:cNvSpPr/>
          <p:nvPr/>
        </p:nvSpPr>
        <p:spPr>
          <a:xfrm>
            <a:off x="0" y="0"/>
            <a:ext cx="9143280" cy="14331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433160"/>
              <a:gd name="textAreaBottom" fmla="*/ 1433880 h 1433160"/>
            </a:gdLst>
            <a:ahLst/>
            <a:rect l="textAreaLeft" t="textAreaTop" r="textAreaRight" b="textAreaBottom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702"/>
                </a:lnTo>
                <a:lnTo>
                  <a:pt x="9144000" y="1433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38640" y="213840"/>
            <a:ext cx="793872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текста заглавия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щёлкните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4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5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30BA9F-A932-45C0-8F85-6D19B68E1E2E}" type="slidenum">
              <a: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6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g object 16" descr=""/>
          <p:cNvPicPr/>
          <p:nvPr/>
        </p:nvPicPr>
        <p:blipFill>
          <a:blip r:embed="rId2"/>
          <a:stretch/>
        </p:blipFill>
        <p:spPr>
          <a:xfrm>
            <a:off x="0" y="1418760"/>
            <a:ext cx="9143280" cy="102600"/>
          </a:xfrm>
          <a:prstGeom prst="rect">
            <a:avLst/>
          </a:prstGeom>
          <a:ln w="0">
            <a:noFill/>
          </a:ln>
        </p:spPr>
      </p:pic>
      <p:sp>
        <p:nvSpPr>
          <p:cNvPr id="21" name="bg object 17"/>
          <p:cNvSpPr/>
          <p:nvPr/>
        </p:nvSpPr>
        <p:spPr>
          <a:xfrm>
            <a:off x="0" y="1436040"/>
            <a:ext cx="9143280" cy="450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45000"/>
              <a:gd name="textAreaBottom" fmla="*/ 45720 h 45000"/>
            </a:gdLst>
            <a:ahLst/>
            <a:rect l="textAreaLeft" t="textAreaTop" r="textAreaRight" b="textAreaBottom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bg object 18"/>
          <p:cNvSpPr/>
          <p:nvPr/>
        </p:nvSpPr>
        <p:spPr>
          <a:xfrm>
            <a:off x="0" y="0"/>
            <a:ext cx="9143280" cy="14331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433160"/>
              <a:gd name="textAreaBottom" fmla="*/ 1433880 h 1433160"/>
            </a:gdLst>
            <a:ahLst/>
            <a:rect l="textAreaLeft" t="textAreaTop" r="textAreaRight" b="textAreaBottom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702"/>
                </a:lnTo>
                <a:lnTo>
                  <a:pt x="9144000" y="1433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38640" y="213840"/>
            <a:ext cx="793872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7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8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356861-2A37-45F3-B8D9-80497BBA4278}" type="slidenum">
              <a: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9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bg object 16" descr=""/>
          <p:cNvPicPr/>
          <p:nvPr/>
        </p:nvPicPr>
        <p:blipFill>
          <a:blip r:embed="rId2"/>
          <a:stretch/>
        </p:blipFill>
        <p:spPr>
          <a:xfrm>
            <a:off x="0" y="1418760"/>
            <a:ext cx="9143280" cy="102600"/>
          </a:xfrm>
          <a:prstGeom prst="rect">
            <a:avLst/>
          </a:prstGeom>
          <a:ln w="0">
            <a:noFill/>
          </a:ln>
        </p:spPr>
      </p:pic>
      <p:sp>
        <p:nvSpPr>
          <p:cNvPr id="31" name="bg object 17"/>
          <p:cNvSpPr/>
          <p:nvPr/>
        </p:nvSpPr>
        <p:spPr>
          <a:xfrm>
            <a:off x="0" y="1436040"/>
            <a:ext cx="9143280" cy="450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45000"/>
              <a:gd name="textAreaBottom" fmla="*/ 45720 h 45000"/>
            </a:gdLst>
            <a:ahLst/>
            <a:rect l="textAreaLeft" t="textAreaTop" r="textAreaRight" b="textAreaBottom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bg object 18"/>
          <p:cNvSpPr/>
          <p:nvPr/>
        </p:nvSpPr>
        <p:spPr>
          <a:xfrm>
            <a:off x="0" y="0"/>
            <a:ext cx="9143280" cy="14331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433160"/>
              <a:gd name="textAreaBottom" fmla="*/ 1433880 h 1433160"/>
            </a:gdLst>
            <a:ahLst/>
            <a:rect l="textAreaLeft" t="textAreaTop" r="textAreaRight" b="textAreaBottom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702"/>
                </a:lnTo>
                <a:lnTo>
                  <a:pt x="9144000" y="1433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38640" y="213840"/>
            <a:ext cx="793872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0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1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2B709D-3A5D-471E-BB74-96493E27C37D}" type="slidenum">
              <a: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2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 object 16" descr=""/>
          <p:cNvPicPr/>
          <p:nvPr/>
        </p:nvPicPr>
        <p:blipFill>
          <a:blip r:embed="rId2"/>
          <a:stretch/>
        </p:blipFill>
        <p:spPr>
          <a:xfrm>
            <a:off x="0" y="1418760"/>
            <a:ext cx="9143280" cy="102600"/>
          </a:xfrm>
          <a:prstGeom prst="rect">
            <a:avLst/>
          </a:prstGeom>
          <a:ln w="0">
            <a:noFill/>
          </a:ln>
        </p:spPr>
      </p:pic>
      <p:sp>
        <p:nvSpPr>
          <p:cNvPr id="41" name="bg object 17"/>
          <p:cNvSpPr/>
          <p:nvPr/>
        </p:nvSpPr>
        <p:spPr>
          <a:xfrm>
            <a:off x="0" y="1436040"/>
            <a:ext cx="9143280" cy="450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45000"/>
              <a:gd name="textAreaBottom" fmla="*/ 45720 h 45000"/>
            </a:gdLst>
            <a:ahLst/>
            <a:rect l="textAreaLeft" t="textAreaTop" r="textAreaRight" b="textAreaBottom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bg object 18"/>
          <p:cNvSpPr/>
          <p:nvPr/>
        </p:nvSpPr>
        <p:spPr>
          <a:xfrm>
            <a:off x="0" y="0"/>
            <a:ext cx="9143280" cy="143316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1433160"/>
              <a:gd name="textAreaBottom" fmla="*/ 1433880 h 1433160"/>
            </a:gdLst>
            <a:ahLst/>
            <a:rect l="textAreaLeft" t="textAreaTop" r="textAreaRight" b="textAreaBottom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702"/>
                </a:lnTo>
                <a:lnTo>
                  <a:pt x="9144000" y="1433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38640" y="213840"/>
            <a:ext cx="793872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577520"/>
            <a:ext cx="82288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3"/>
          </p:nvPr>
        </p:nvSpPr>
        <p:spPr>
          <a:xfrm>
            <a:off x="3108960" y="6378120"/>
            <a:ext cx="292536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4"/>
          </p:nvPr>
        </p:nvSpPr>
        <p:spPr>
          <a:xfrm>
            <a:off x="658368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C85848-DEEB-419A-9B28-C4DF8384A18C}" type="slidenum">
              <a:rPr b="0" lang="ru-RU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15"/>
          </p:nvPr>
        </p:nvSpPr>
        <p:spPr>
          <a:xfrm>
            <a:off x="457200" y="6378120"/>
            <a:ext cx="2102400" cy="34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6.png"/><Relationship Id="rId3" Type="http://schemas.openxmlformats.org/officeDocument/2006/relationships/hyperlink" Target="https://disk.yandex.ru/d/IDXXva3kYhvGjA" TargetMode="External"/><Relationship Id="rId4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object 2"/>
          <p:cNvGrpSpPr/>
          <p:nvPr/>
        </p:nvGrpSpPr>
        <p:grpSpPr>
          <a:xfrm>
            <a:off x="0" y="-83520"/>
            <a:ext cx="9143280" cy="6864480"/>
            <a:chOff x="0" y="-83520"/>
            <a:chExt cx="9143280" cy="6864480"/>
          </a:xfrm>
        </p:grpSpPr>
        <p:pic>
          <p:nvPicPr>
            <p:cNvPr id="51" name="object 3" descr=""/>
            <p:cNvPicPr/>
            <p:nvPr/>
          </p:nvPicPr>
          <p:blipFill>
            <a:blip r:embed="rId1"/>
            <a:stretch/>
          </p:blipFill>
          <p:spPr>
            <a:xfrm>
              <a:off x="0" y="-76320"/>
              <a:ext cx="9143280" cy="6857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2" name="object 4"/>
            <p:cNvSpPr/>
            <p:nvPr/>
          </p:nvSpPr>
          <p:spPr>
            <a:xfrm>
              <a:off x="0" y="-83520"/>
              <a:ext cx="9143280" cy="513504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5135040"/>
                <a:gd name="textAreaBottom" fmla="*/ 5135760 h 5135040"/>
              </a:gdLst>
              <a:ahLst/>
              <a:rect l="textAreaLeft" t="textAreaTop" r="textAreaRight" b="textAreaBottom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372"/>
                  </a:lnTo>
                  <a:lnTo>
                    <a:pt x="9144000" y="513537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53" name="object 5" descr=""/>
            <p:cNvPicPr/>
            <p:nvPr/>
          </p:nvPicPr>
          <p:blipFill>
            <a:blip r:embed="rId2"/>
            <a:stretch/>
          </p:blipFill>
          <p:spPr>
            <a:xfrm>
              <a:off x="0" y="5026680"/>
              <a:ext cx="9143280" cy="116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4" name="object 6"/>
            <p:cNvSpPr/>
            <p:nvPr/>
          </p:nvSpPr>
          <p:spPr>
            <a:xfrm>
              <a:off x="0" y="5052240"/>
              <a:ext cx="9143280" cy="450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45000"/>
                <a:gd name="textAreaBottom" fmla="*/ 45720 h 45000"/>
              </a:gdLst>
              <a:ahLst/>
              <a:rect l="textAreaLeft" t="textAreaTop" r="textAreaRight" b="textAreaBottom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9144000" y="457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" name="object 8"/>
          <p:cNvSpPr/>
          <p:nvPr/>
        </p:nvSpPr>
        <p:spPr>
          <a:xfrm>
            <a:off x="4824720" y="4405320"/>
            <a:ext cx="17449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ru-RU" sz="1400" spc="-1" strike="noStrike">
                <a:solidFill>
                  <a:srgbClr val="5a6278"/>
                </a:solidFill>
                <a:latin typeface="Arial"/>
              </a:rPr>
              <a:t>Тип</a:t>
            </a:r>
            <a:r>
              <a:rPr b="1" lang="ru-RU" sz="1400" spc="-100" strike="noStrike">
                <a:solidFill>
                  <a:srgbClr val="5a6278"/>
                </a:solidFill>
                <a:latin typeface="Arial"/>
              </a:rPr>
              <a:t> </a:t>
            </a:r>
            <a:r>
              <a:rPr b="1" lang="ru-RU" sz="1400" spc="-1" strike="noStrike">
                <a:solidFill>
                  <a:srgbClr val="5a6278"/>
                </a:solidFill>
                <a:latin typeface="Arial"/>
              </a:rPr>
              <a:t>работы:</a:t>
            </a:r>
            <a:r>
              <a:rPr b="1" lang="ru-RU" sz="1400" spc="-75" strike="noStrike">
                <a:solidFill>
                  <a:srgbClr val="5a6278"/>
                </a:solidFill>
                <a:latin typeface="Arial"/>
              </a:rPr>
              <a:t> </a:t>
            </a:r>
            <a:r>
              <a:rPr b="0" lang="ru-RU" sz="1400" spc="-12" strike="noStrike">
                <a:solidFill>
                  <a:srgbClr val="5a6278"/>
                </a:solidFill>
                <a:latin typeface="Microsoft Sans Serif"/>
              </a:rPr>
              <a:t>Проект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object 9"/>
          <p:cNvSpPr/>
          <p:nvPr/>
        </p:nvSpPr>
        <p:spPr>
          <a:xfrm>
            <a:off x="4367160" y="6011280"/>
            <a:ext cx="70920" cy="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500" spc="-52" strike="noStrike">
                <a:solidFill>
                  <a:srgbClr val="d3d3d5"/>
                </a:solidFill>
                <a:latin typeface="Times New Roman"/>
              </a:rPr>
              <a:t>И</a:t>
            </a:r>
            <a:endParaRPr b="0" lang="ru-RU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38640" y="213840"/>
            <a:ext cx="7938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indent="0" algn="ctr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ru-RU" sz="2000" spc="-12" strike="noStrike">
                <a:solidFill>
                  <a:srgbClr val="5a6278"/>
                </a:solidFill>
                <a:latin typeface="Microsoft Sans Serif"/>
              </a:rPr>
              <a:t>Государственное</a:t>
            </a:r>
            <a:r>
              <a:rPr b="0" lang="ru-RU" sz="2000" spc="-46" strike="noStrike">
                <a:solidFill>
                  <a:srgbClr val="5a6278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5a6278"/>
                </a:solidFill>
                <a:latin typeface="Microsoft Sans Serif"/>
              </a:rPr>
              <a:t>бюджетное</a:t>
            </a:r>
            <a:r>
              <a:rPr b="0" lang="ru-RU" sz="2000" spc="-41" strike="noStrike">
                <a:solidFill>
                  <a:srgbClr val="5a6278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5a6278"/>
                </a:solidFill>
                <a:latin typeface="Microsoft Sans Serif"/>
              </a:rPr>
              <a:t>общеобразовательное</a:t>
            </a:r>
            <a:r>
              <a:rPr b="0" lang="ru-RU" sz="2000" spc="-66" strike="noStrike">
                <a:solidFill>
                  <a:srgbClr val="5a6278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5a6278"/>
                </a:solidFill>
                <a:latin typeface="Microsoft Sans Serif"/>
              </a:rPr>
              <a:t>учреждение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5a6278"/>
                </a:solidFill>
                <a:latin typeface="Microsoft Sans Serif"/>
              </a:rPr>
              <a:t>города</a:t>
            </a:r>
            <a:r>
              <a:rPr b="0" lang="ru-RU" sz="2000" spc="-86" strike="noStrike">
                <a:solidFill>
                  <a:srgbClr val="5a6278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5a6278"/>
                </a:solidFill>
                <a:latin typeface="Microsoft Sans Serif"/>
              </a:rPr>
              <a:t>Москвы</a:t>
            </a:r>
            <a:r>
              <a:rPr b="0" lang="ru-RU" sz="2000" spc="-52" strike="noStrike">
                <a:solidFill>
                  <a:srgbClr val="5a6278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5a6278"/>
                </a:solidFill>
                <a:latin typeface="Microsoft Sans Serif"/>
              </a:rPr>
              <a:t>"Школа</a:t>
            </a:r>
            <a:r>
              <a:rPr b="0" lang="ru-RU" sz="2000" spc="-52" strike="noStrike">
                <a:solidFill>
                  <a:srgbClr val="5a6278"/>
                </a:solidFill>
                <a:latin typeface="Microsoft Sans Serif"/>
              </a:rPr>
              <a:t> </a:t>
            </a:r>
            <a:r>
              <a:rPr b="0" lang="ru-RU" sz="2000" spc="134" strike="noStrike">
                <a:solidFill>
                  <a:srgbClr val="5a6278"/>
                </a:solidFill>
                <a:latin typeface="Microsoft Sans Serif"/>
              </a:rPr>
              <a:t>№</a:t>
            </a:r>
            <a:r>
              <a:rPr b="0" lang="ru-RU" sz="2000" spc="-41" strike="noStrike">
                <a:solidFill>
                  <a:srgbClr val="5a6278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5a6278"/>
                </a:solidFill>
                <a:latin typeface="Microsoft Sans Serif"/>
              </a:rPr>
              <a:t>1363"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3"/>
          <p:cNvSpPr/>
          <p:nvPr/>
        </p:nvSpPr>
        <p:spPr>
          <a:xfrm>
            <a:off x="2400120" y="1869120"/>
            <a:ext cx="4342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3000" spc="-1" strike="noStrike">
                <a:solidFill>
                  <a:srgbClr val="ffc000"/>
                </a:solidFill>
                <a:latin typeface="Arial"/>
              </a:rPr>
              <a:t>Проектная работа по теме 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3000" spc="-1" strike="noStrike">
                <a:solidFill>
                  <a:srgbClr val="ffc000"/>
                </a:solidFill>
                <a:latin typeface="Arial"/>
              </a:rPr>
              <a:t>“</a:t>
            </a:r>
            <a:r>
              <a:rPr b="1" lang="en-US" sz="3000" spc="-1" strike="noStrike">
                <a:solidFill>
                  <a:srgbClr val="ffc000"/>
                </a:solidFill>
                <a:latin typeface="Arial"/>
              </a:rPr>
              <a:t>Brush and Canvas”</a:t>
            </a:r>
            <a:r>
              <a:rPr b="1" lang="ru-RU" sz="3000" spc="-1" strike="noStrike">
                <a:solidFill>
                  <a:srgbClr val="ffc000"/>
                </a:solidFill>
                <a:latin typeface="Arial"/>
              </a:rPr>
              <a:t> 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object 2" descr=""/>
          <p:cNvPicPr/>
          <p:nvPr/>
        </p:nvPicPr>
        <p:blipFill>
          <a:blip r:embed="rId1"/>
          <a:stretch/>
        </p:blipFill>
        <p:spPr>
          <a:xfrm>
            <a:off x="2185560" y="0"/>
            <a:ext cx="5037480" cy="771840"/>
          </a:xfrm>
          <a:prstGeom prst="rect">
            <a:avLst/>
          </a:prstGeom>
          <a:ln w="0">
            <a:noFill/>
          </a:ln>
        </p:spPr>
      </p:pic>
      <p:sp>
        <p:nvSpPr>
          <p:cNvPr id="60" name="object 3"/>
          <p:cNvSpPr/>
          <p:nvPr/>
        </p:nvSpPr>
        <p:spPr>
          <a:xfrm>
            <a:off x="3804120" y="6459480"/>
            <a:ext cx="13053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1" name="object 4"/>
          <p:cNvGraphicFramePr/>
          <p:nvPr/>
        </p:nvGraphicFramePr>
        <p:xfrm>
          <a:off x="82800" y="1591920"/>
          <a:ext cx="8962200" cy="3471120"/>
        </p:xfrm>
        <a:graphic>
          <a:graphicData uri="http://schemas.openxmlformats.org/drawingml/2006/table">
            <a:tbl>
              <a:tblPr/>
              <a:tblGrid>
                <a:gridCol w="1516680"/>
                <a:gridCol w="2964600"/>
                <a:gridCol w="1495800"/>
                <a:gridCol w="2985480"/>
              </a:tblGrid>
              <a:tr h="676800">
                <a:tc>
                  <a:txBody>
                    <a:bodyPr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lang="ru-RU" sz="1600" spc="-26" strike="noStrike">
                          <a:solidFill>
                            <a:schemeClr val="dk1"/>
                          </a:solidFill>
                          <a:latin typeface="Arial"/>
                        </a:rPr>
                        <a:t>ФИО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640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ОУ</a:t>
                      </a:r>
                      <a:r>
                        <a:rPr b="1" lang="ru-RU" sz="1600" spc="-52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и</a:t>
                      </a:r>
                      <a:r>
                        <a:rPr b="1" lang="ru-RU" sz="1600" spc="-41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класс</a:t>
                      </a:r>
                      <a:r>
                        <a:rPr b="1" lang="ru-RU" sz="1600" spc="-52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/</a:t>
                      </a:r>
                      <a:r>
                        <a:rPr b="1" lang="ru-RU" sz="1600" spc="-41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организация</a:t>
                      </a:r>
                      <a:r>
                        <a:rPr b="1" lang="ru-RU" sz="1600" spc="-15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52" strike="noStrike">
                          <a:solidFill>
                            <a:schemeClr val="dk1"/>
                          </a:solidFill>
                          <a:latin typeface="Arial"/>
                        </a:rPr>
                        <a:t>и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64080">
                        <a:lnSpc>
                          <a:spcPct val="100000"/>
                        </a:lnSpc>
                      </a:pPr>
                      <a:r>
                        <a:rPr b="1" lang="ru-RU" sz="16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должность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648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Функция</a:t>
                      </a:r>
                      <a:r>
                        <a:rPr b="1" lang="ru-RU" sz="1600" spc="-75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52" strike="noStrike">
                          <a:solidFill>
                            <a:schemeClr val="dk1"/>
                          </a:solidFill>
                          <a:latin typeface="Arial"/>
                        </a:rPr>
                        <a:t>в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64800">
                        <a:lnSpc>
                          <a:spcPct val="100000"/>
                        </a:lnSpc>
                      </a:pPr>
                      <a:r>
                        <a:rPr b="1" lang="ru-RU" sz="16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проекте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648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Задачи</a:t>
                      </a:r>
                      <a:r>
                        <a:rPr b="1" lang="ru-RU" sz="1600" spc="-55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в</a:t>
                      </a:r>
                      <a:r>
                        <a:rPr b="1" lang="ru-RU" sz="1600" spc="-60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16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проекте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15080">
                <a:tc>
                  <a:txBody>
                    <a:bodyPr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0" lang="ru-RU" sz="15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Иванов</a:t>
                      </a:r>
                      <a:r>
                        <a:rPr b="0" lang="ru-RU" sz="1500" spc="-100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Юрий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63000">
                        <a:lnSpc>
                          <a:spcPct val="100000"/>
                        </a:lnSpc>
                      </a:pP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Игоревич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640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ГБОУ</a:t>
                      </a:r>
                      <a:r>
                        <a:rPr b="0" lang="ru-RU" sz="15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Школа</a:t>
                      </a:r>
                      <a:r>
                        <a:rPr b="0" lang="ru-RU" sz="15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100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№</a:t>
                      </a:r>
                      <a:r>
                        <a:rPr b="0" lang="ru-RU" sz="15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1363,</a:t>
                      </a:r>
                      <a:r>
                        <a:rPr b="0" lang="ru-RU" sz="15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учитель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64080">
                        <a:lnSpc>
                          <a:spcPct val="100000"/>
                        </a:lnSpc>
                      </a:pP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информатики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648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Руководитель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408240" indent="-343440">
                        <a:lnSpc>
                          <a:spcPct val="100000"/>
                        </a:lnSpc>
                        <a:spcBef>
                          <a:spcPts val="465"/>
                        </a:spcBef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8240"/>
                        </a:tabLst>
                      </a:pP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Организация</a:t>
                      </a:r>
                      <a:r>
                        <a:rPr b="0" lang="ru-RU" sz="1300" spc="23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работы</a:t>
                      </a:r>
                      <a:r>
                        <a:rPr b="0" lang="ru-RU" sz="1300" spc="259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проектно </a:t>
                      </a: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й</a:t>
                      </a:r>
                      <a:r>
                        <a:rPr b="0" lang="ru-RU" sz="1300" spc="-1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команды.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07520" indent="-343080">
                        <a:lnSpc>
                          <a:spcPct val="100000"/>
                        </a:lnSpc>
                        <a:spcBef>
                          <a:spcPts val="6"/>
                        </a:spcBef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7520"/>
                        </a:tabLst>
                      </a:pP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Научное</a:t>
                      </a:r>
                      <a:r>
                        <a:rPr b="0" lang="ru-RU" sz="13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сопровождение.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08240" indent="-343440">
                        <a:lnSpc>
                          <a:spcPts val="1519"/>
                        </a:lnSpc>
                        <a:spcBef>
                          <a:spcPts val="79"/>
                        </a:spcBef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8240"/>
                        </a:tabLst>
                      </a:pPr>
                      <a:r>
                        <a:rPr b="0" lang="ru-RU" sz="13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Контроль</a:t>
                      </a:r>
                      <a:r>
                        <a:rPr b="0" lang="ru-RU" sz="13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тестирования программы.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07520" indent="-343080">
                        <a:lnSpc>
                          <a:spcPts val="1556"/>
                        </a:lnSpc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7520"/>
                        </a:tabLst>
                      </a:pP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Помощь</a:t>
                      </a:r>
                      <a:r>
                        <a:rPr b="0" lang="ru-RU" sz="1300" spc="-4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в</a:t>
                      </a:r>
                      <a:r>
                        <a:rPr b="0" lang="ru-RU" sz="1300" spc="-4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реализации</a:t>
                      </a:r>
                      <a:r>
                        <a:rPr b="0" lang="ru-RU" sz="13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идей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15440">
                <a:tc>
                  <a:txBody>
                    <a:bodyPr anchor="t">
                      <a:noAutofit/>
                    </a:bodyPr>
                    <a:p>
                      <a:pPr marL="63000">
                        <a:lnSpc>
                          <a:spcPct val="100000"/>
                        </a:lnSpc>
                        <a:spcBef>
                          <a:spcPts val="471"/>
                        </a:spcBef>
                      </a:pPr>
                      <a:r>
                        <a:rPr b="0" lang="ru-RU" sz="15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Микерников </a:t>
                      </a: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Александр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64080">
                        <a:lnSpc>
                          <a:spcPct val="100000"/>
                        </a:lnSpc>
                        <a:spcBef>
                          <a:spcPts val="471"/>
                        </a:spcBef>
                      </a:pPr>
                      <a:r>
                        <a:rPr b="0" lang="ru-RU" sz="15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Учащийся</a:t>
                      </a:r>
                      <a:r>
                        <a:rPr b="0" lang="ru-RU" sz="1500" spc="-6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8Б</a:t>
                      </a:r>
                      <a:r>
                        <a:rPr b="0" lang="ru-RU" sz="1500" spc="-1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класса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64800">
                        <a:lnSpc>
                          <a:spcPct val="100000"/>
                        </a:lnSpc>
                        <a:spcBef>
                          <a:spcPts val="471"/>
                        </a:spcBef>
                      </a:pPr>
                      <a:r>
                        <a:rPr b="0" lang="ru-RU" sz="15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Программист, Контент</a:t>
                      </a:r>
                      <a:r>
                        <a:rPr b="0" lang="ru-RU" sz="1500" spc="-5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500" spc="-60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- </a:t>
                      </a:r>
                      <a:r>
                        <a:rPr b="0" lang="ru-RU" sz="15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менеджер</a:t>
                      </a:r>
                      <a:endParaRPr b="0" lang="ru-RU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407520" indent="-343080">
                        <a:lnSpc>
                          <a:spcPct val="100000"/>
                        </a:lnSpc>
                        <a:spcBef>
                          <a:spcPts val="471"/>
                        </a:spcBef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7520"/>
                        </a:tabLst>
                      </a:pP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Поиск</a:t>
                      </a:r>
                      <a:r>
                        <a:rPr b="0" lang="ru-RU" sz="1300" spc="-60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информации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07520" indent="-3430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7520"/>
                        </a:tabLst>
                      </a:pP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Анализ</a:t>
                      </a:r>
                      <a:r>
                        <a:rPr b="0" lang="ru-RU" sz="1300" spc="-60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решений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07520" indent="-3430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7520"/>
                        </a:tabLst>
                      </a:pP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Написание</a:t>
                      </a: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кода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07520" indent="-343080">
                        <a:lnSpc>
                          <a:spcPts val="1559"/>
                        </a:lnSpc>
                        <a:spcBef>
                          <a:spcPts val="6"/>
                        </a:spcBef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7520"/>
                        </a:tabLst>
                      </a:pP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Тестирование</a:t>
                      </a:r>
                      <a:r>
                        <a:rPr b="0" lang="ru-RU" sz="13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</a:t>
                      </a:r>
                      <a:r>
                        <a:rPr b="0" lang="ru-RU" sz="13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отладка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08240" indent="-34344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OpenSymbol"/>
                        <a:buAutoNum type="arabicPeriod"/>
                        <a:tabLst>
                          <a:tab algn="l" pos="408240"/>
                        </a:tabLst>
                      </a:pPr>
                      <a:r>
                        <a:rPr b="0" lang="ru-RU" sz="13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Подбор</a:t>
                      </a:r>
                      <a:r>
                        <a:rPr b="0" lang="ru-RU" sz="1300" spc="-60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материала</a:t>
                      </a:r>
                      <a:r>
                        <a:rPr b="0" lang="ru-RU" sz="13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3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для </a:t>
                      </a:r>
                      <a:r>
                        <a:rPr b="0" lang="ru-RU" sz="13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прещентации</a:t>
                      </a:r>
                      <a:endParaRPr b="0" lang="ru-RU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object 2" descr=""/>
          <p:cNvPicPr/>
          <p:nvPr/>
        </p:nvPicPr>
        <p:blipFill>
          <a:blip r:embed="rId1"/>
          <a:stretch/>
        </p:blipFill>
        <p:spPr>
          <a:xfrm>
            <a:off x="516600" y="4680"/>
            <a:ext cx="8082720" cy="890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3" name="object 3"/>
          <p:cNvGraphicFramePr/>
          <p:nvPr/>
        </p:nvGraphicFramePr>
        <p:xfrm>
          <a:off x="124920" y="4043880"/>
          <a:ext cx="4284000" cy="2738520"/>
        </p:xfrm>
        <a:graphic>
          <a:graphicData uri="http://schemas.openxmlformats.org/drawingml/2006/table">
            <a:tbl>
              <a:tblPr/>
              <a:tblGrid>
                <a:gridCol w="2234880"/>
                <a:gridCol w="2049480"/>
              </a:tblGrid>
              <a:tr h="503280"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b="1" lang="ru-RU" sz="12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Преимущества: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16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b="1" lang="ru-RU" sz="12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Недостатки: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19880"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284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Простой</a:t>
                      </a:r>
                      <a:r>
                        <a:rPr b="0" lang="ru-RU" sz="1200" spc="-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интерфейс;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64240" indent="-1728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3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Удобно</a:t>
                      </a:r>
                      <a:r>
                        <a:rPr b="0" lang="ru-RU" sz="1200" spc="-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</a:t>
                      </a:r>
                      <a:r>
                        <a:rPr b="0" lang="ru-RU" sz="1200" spc="9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быстро 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создавать</a:t>
                      </a:r>
                      <a:r>
                        <a:rPr b="0" lang="ru-RU" sz="1200" spc="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заметки;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3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Синхронизация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</a:t>
                      </a:r>
                      <a:r>
                        <a:rPr b="0" lang="ru-RU" sz="1200" spc="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Google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27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Удобная навигация;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64240" indent="-1728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29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Сохранение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в 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формате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слайдов;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27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Не</a:t>
                      </a:r>
                      <a:r>
                        <a:rPr b="0" lang="ru-RU" sz="1200" spc="-4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требует</a:t>
                      </a:r>
                      <a:r>
                        <a:rPr b="0" lang="ru-RU" sz="1200" spc="29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установки;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6"/>
                        </a:spcBef>
                        <a:tabLst>
                          <a:tab algn="l" pos="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304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Нельзя</a:t>
                      </a:r>
                      <a:r>
                        <a:rPr b="0" lang="ru-RU" sz="12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загружать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642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презентации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160" indent="94680">
                        <a:lnSpc>
                          <a:spcPct val="100000"/>
                        </a:lnSpc>
                        <a:spcBef>
                          <a:spcPts val="334"/>
                        </a:spcBef>
                        <a:buClr>
                          <a:srgbClr val="000000"/>
                        </a:buClr>
                        <a:buFont typeface="Symbol"/>
                        <a:buChar char=""/>
                        <a:tabLst>
                          <a:tab algn="l" pos="18684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Перестал</a:t>
                      </a:r>
                      <a:r>
                        <a:rPr b="0" lang="ru-RU" sz="1200" spc="-4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поддерживать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вообще.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2160" indent="946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Symbol"/>
                        <a:buChar char=""/>
                        <a:tabLst>
                          <a:tab algn="l" pos="186840"/>
                        </a:tabLst>
                      </a:pP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Ограничения</a:t>
                      </a:r>
                      <a:r>
                        <a:rPr b="0" lang="ru-RU" sz="1200" spc="1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количества слайдов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4" name="object 4"/>
          <p:cNvGraphicFramePr/>
          <p:nvPr/>
        </p:nvGraphicFramePr>
        <p:xfrm>
          <a:off x="4688640" y="4357800"/>
          <a:ext cx="4390920" cy="2455560"/>
        </p:xfrm>
        <a:graphic>
          <a:graphicData uri="http://schemas.openxmlformats.org/drawingml/2006/table">
            <a:tbl>
              <a:tblPr/>
              <a:tblGrid>
                <a:gridCol w="2200680"/>
                <a:gridCol w="2190600"/>
              </a:tblGrid>
              <a:tr h="535680">
                <a:tc>
                  <a:txBody>
                    <a:bodyPr anchor="t">
                      <a:noAutofit/>
                    </a:bodyPr>
                    <a:p>
                      <a:pPr marL="92880">
                        <a:lnSpc>
                          <a:spcPct val="100000"/>
                        </a:lnSpc>
                        <a:spcBef>
                          <a:spcPts val="269"/>
                        </a:spcBef>
                      </a:pPr>
                      <a:r>
                        <a:rPr b="1" lang="ru-RU" sz="18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Преимущества: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880">
                        <a:lnSpc>
                          <a:spcPct val="100000"/>
                        </a:lnSpc>
                        <a:spcBef>
                          <a:spcPts val="269"/>
                        </a:spcBef>
                      </a:pPr>
                      <a:r>
                        <a:rPr b="1" lang="ru-RU" sz="18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Недостатки: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19880">
                <a:tc>
                  <a:txBody>
                    <a:bodyPr anchor="t">
                      <a:noAutofit/>
                    </a:bodyPr>
                    <a:p>
                      <a:pPr marL="9288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-60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Работе</a:t>
                      </a:r>
                      <a:r>
                        <a:rPr b="0" lang="ru-RU" sz="12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без</a:t>
                      </a:r>
                      <a:r>
                        <a:rPr b="0" lang="ru-RU" sz="12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Интернета;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2880">
                        <a:lnSpc>
                          <a:spcPts val="1440"/>
                        </a:lnSpc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-5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Много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функций;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2880">
                        <a:lnSpc>
                          <a:spcPct val="100000"/>
                        </a:lnSpc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Возможность</a:t>
                      </a:r>
                      <a:r>
                        <a:rPr b="0" lang="ru-RU" sz="1200" spc="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сохранять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слайды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</a:t>
                      </a:r>
                      <a:r>
                        <a:rPr b="0" lang="ru-RU" sz="1200" spc="9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скриншоты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2880">
                        <a:lnSpc>
                          <a:spcPct val="100000"/>
                        </a:lnSpc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+</a:t>
                      </a:r>
                      <a:r>
                        <a:rPr b="0" lang="ru-RU" sz="12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Возможность</a:t>
                      </a:r>
                      <a:r>
                        <a:rPr b="0" lang="ru-RU" sz="1200" spc="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создавать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2880">
                        <a:lnSpc>
                          <a:spcPct val="100000"/>
                        </a:lnSpc>
                      </a:pP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много</a:t>
                      </a:r>
                      <a:r>
                        <a:rPr b="0" lang="ru-RU" sz="12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слайдов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273600" indent="-181080">
                        <a:lnSpc>
                          <a:spcPct val="100000"/>
                        </a:lnSpc>
                        <a:spcBef>
                          <a:spcPts val="334"/>
                        </a:spcBef>
                        <a:buClr>
                          <a:srgbClr val="000000"/>
                        </a:buClr>
                        <a:buFont typeface="Symbol"/>
                        <a:buChar char=""/>
                        <a:tabLst>
                          <a:tab algn="l" pos="273600"/>
                        </a:tabLst>
                      </a:pP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Разный</a:t>
                      </a:r>
                      <a:r>
                        <a:rPr b="0" lang="ru-RU" sz="1200" spc="-4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интерфейс</a:t>
                      </a:r>
                      <a:r>
                        <a:rPr b="0" lang="ru-RU" sz="1200" spc="-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на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Linux</a:t>
                      </a:r>
                      <a:r>
                        <a:rPr b="0" lang="ru-RU" sz="12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</a:t>
                      </a:r>
                      <a:r>
                        <a:rPr b="0" lang="ru-RU" sz="1200" spc="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Windows;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73600" indent="-181080">
                        <a:lnSpc>
                          <a:spcPts val="1440"/>
                        </a:lnSpc>
                        <a:spcBef>
                          <a:spcPts val="45"/>
                        </a:spcBef>
                        <a:buClr>
                          <a:srgbClr val="000000"/>
                        </a:buClr>
                        <a:buFont typeface="Symbol"/>
                        <a:buChar char=""/>
                        <a:tabLst>
                          <a:tab algn="l" pos="27360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Не</a:t>
                      </a:r>
                      <a:r>
                        <a:rPr b="0" lang="ru-RU" sz="1200" spc="-6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всегда</a:t>
                      </a:r>
                      <a:r>
                        <a:rPr b="0" lang="ru-RU" sz="12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удобно</a:t>
                      </a:r>
                      <a:r>
                        <a:rPr b="0" lang="ru-RU" sz="12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делать заметки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73600" indent="-181080">
                        <a:lnSpc>
                          <a:spcPts val="1395"/>
                        </a:lnSpc>
                        <a:buClr>
                          <a:srgbClr val="000000"/>
                        </a:buClr>
                        <a:buFont typeface="Symbol"/>
                        <a:buChar char=""/>
                        <a:tabLst>
                          <a:tab algn="l" pos="273600"/>
                        </a:tabLst>
                      </a:pPr>
                      <a:r>
                        <a:rPr b="0" lang="ru-RU" sz="12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Долгое</a:t>
                      </a:r>
                      <a:r>
                        <a:rPr b="0" lang="ru-RU" sz="1200" spc="-4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переключение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73600">
                        <a:lnSpc>
                          <a:spcPct val="100000"/>
                        </a:lnSpc>
                        <a:tabLst>
                          <a:tab algn="l" pos="273600"/>
                        </a:tabLst>
                      </a:pP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между</a:t>
                      </a:r>
                      <a:r>
                        <a:rPr b="0" lang="ru-RU" sz="1200" spc="-7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решениями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73600" indent="-18108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Symbol"/>
                        <a:buChar char=""/>
                        <a:tabLst>
                          <a:tab algn="l" pos="273600"/>
                        </a:tabLst>
                      </a:pPr>
                      <a:r>
                        <a:rPr b="0" lang="ru-RU" sz="1200" spc="-2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Требуется</a:t>
                      </a:r>
                      <a:r>
                        <a:rPr b="0" lang="ru-RU" sz="1200" spc="-5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установки</a:t>
                      </a:r>
                      <a:r>
                        <a:rPr b="0" lang="ru-RU" sz="1200" spc="-1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2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на </a:t>
                      </a:r>
                      <a:r>
                        <a:rPr b="0" lang="ru-RU" sz="12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компьютер.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5" name="object 5"/>
          <p:cNvSpPr/>
          <p:nvPr/>
        </p:nvSpPr>
        <p:spPr>
          <a:xfrm>
            <a:off x="107640" y="161640"/>
            <a:ext cx="359280" cy="289800"/>
          </a:xfrm>
          <a:prstGeom prst="rect">
            <a:avLst/>
          </a:prstGeom>
          <a:solidFill>
            <a:srgbClr val="d3d3d5"/>
          </a:solidFill>
          <a:ln w="9525">
            <a:solidFill>
              <a:srgbClr val="5a62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90720">
              <a:lnSpc>
                <a:spcPct val="100000"/>
              </a:lnSpc>
              <a:spcBef>
                <a:spcPts val="604"/>
              </a:spcBef>
            </a:pPr>
            <a:r>
              <a:rPr b="0" lang="ru-RU" sz="1400" spc="-52" strike="noStrike">
                <a:solidFill>
                  <a:srgbClr val="000000"/>
                </a:solidFill>
                <a:latin typeface="Microsoft Sans Serif"/>
              </a:rPr>
              <a:t>В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object 6"/>
          <p:cNvSpPr/>
          <p:nvPr/>
        </p:nvSpPr>
        <p:spPr>
          <a:xfrm>
            <a:off x="107640" y="538560"/>
            <a:ext cx="359280" cy="289800"/>
          </a:xfrm>
          <a:prstGeom prst="rect">
            <a:avLst/>
          </a:prstGeom>
          <a:solidFill>
            <a:srgbClr val="d3d3d5"/>
          </a:solidFill>
          <a:ln w="9525">
            <a:solidFill>
              <a:srgbClr val="5a62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90720">
              <a:lnSpc>
                <a:spcPct val="100000"/>
              </a:lnSpc>
              <a:spcBef>
                <a:spcPts val="604"/>
              </a:spcBef>
            </a:pPr>
            <a:r>
              <a:rPr b="0" lang="ru-RU" sz="1400" spc="-52" strike="noStrike">
                <a:solidFill>
                  <a:srgbClr val="000000"/>
                </a:solidFill>
                <a:latin typeface="Microsoft Sans Serif"/>
              </a:rPr>
              <a:t>Р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object 7" descr=""/>
          <p:cNvPicPr/>
          <p:nvPr/>
        </p:nvPicPr>
        <p:blipFill>
          <a:blip r:embed="rId2"/>
          <a:stretch/>
        </p:blipFill>
        <p:spPr>
          <a:xfrm>
            <a:off x="400320" y="1609560"/>
            <a:ext cx="3667680" cy="1969560"/>
          </a:xfrm>
          <a:prstGeom prst="rect">
            <a:avLst/>
          </a:prstGeom>
          <a:ln w="0">
            <a:noFill/>
          </a:ln>
        </p:spPr>
      </p:pic>
      <p:pic>
        <p:nvPicPr>
          <p:cNvPr id="68" name="object 8" descr=""/>
          <p:cNvPicPr/>
          <p:nvPr/>
        </p:nvPicPr>
        <p:blipFill>
          <a:blip r:embed="rId3"/>
          <a:stretch/>
        </p:blipFill>
        <p:spPr>
          <a:xfrm>
            <a:off x="5168520" y="1670400"/>
            <a:ext cx="3129840" cy="1964520"/>
          </a:xfrm>
          <a:prstGeom prst="rect">
            <a:avLst/>
          </a:prstGeom>
          <a:ln w="0">
            <a:noFill/>
          </a:ln>
        </p:spPr>
      </p:pic>
      <p:sp>
        <p:nvSpPr>
          <p:cNvPr id="69" name="object 9"/>
          <p:cNvSpPr/>
          <p:nvPr/>
        </p:nvSpPr>
        <p:spPr>
          <a:xfrm>
            <a:off x="1657080" y="3579120"/>
            <a:ext cx="14342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1400" spc="-1" strike="noStrike">
                <a:solidFill>
                  <a:srgbClr val="000000"/>
                </a:solidFill>
                <a:latin typeface="Microsoft Sans Serif"/>
              </a:rPr>
              <a:t>Google</a:t>
            </a:r>
            <a:r>
              <a:rPr b="0" lang="ru-RU" sz="1400" spc="-6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1400" spc="-12" strike="noStrike">
                <a:solidFill>
                  <a:srgbClr val="000000"/>
                </a:solidFill>
                <a:latin typeface="Microsoft Sans Serif"/>
              </a:rPr>
              <a:t>Jamboard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object 11"/>
          <p:cNvSpPr/>
          <p:nvPr/>
        </p:nvSpPr>
        <p:spPr>
          <a:xfrm>
            <a:off x="2674440" y="6521760"/>
            <a:ext cx="13053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426"/>
              </a:lnSpc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object 10"/>
          <p:cNvSpPr/>
          <p:nvPr/>
        </p:nvSpPr>
        <p:spPr>
          <a:xfrm>
            <a:off x="6120000" y="3780000"/>
            <a:ext cx="97956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1400" spc="-1" strike="noStrike">
                <a:solidFill>
                  <a:srgbClr val="000000"/>
                </a:solidFill>
                <a:latin typeface="Microsoft Sans Serif"/>
              </a:rPr>
              <a:t>Open</a:t>
            </a:r>
            <a:r>
              <a:rPr b="0" lang="ru-RU" sz="1400" spc="-4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1400" spc="-12" strike="noStrike">
                <a:solidFill>
                  <a:srgbClr val="000000"/>
                </a:solidFill>
                <a:latin typeface="Microsoft Sans Serif"/>
              </a:rPr>
              <a:t>Board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object 2" descr=""/>
          <p:cNvPicPr/>
          <p:nvPr/>
        </p:nvPicPr>
        <p:blipFill>
          <a:blip r:embed="rId1"/>
          <a:stretch/>
        </p:blipFill>
        <p:spPr>
          <a:xfrm>
            <a:off x="608040" y="228600"/>
            <a:ext cx="8082720" cy="89064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83200" y="1796760"/>
            <a:ext cx="8227440" cy="1223280"/>
          </a:xfrm>
          <a:prstGeom prst="rect">
            <a:avLst/>
          </a:prstGeom>
          <a:noFill/>
          <a:ln w="0">
            <a:noFill/>
          </a:ln>
        </p:spPr>
        <p:txBody>
          <a:bodyPr lIns="0" rIns="0" tIns="15120" bIns="0" anchor="t">
            <a:noAutofit/>
          </a:bodyPr>
          <a:p>
            <a:pPr marL="12600" indent="0">
              <a:lnSpc>
                <a:spcPct val="99000"/>
              </a:lnSpc>
              <a:spcBef>
                <a:spcPts val="119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Вывод:</a:t>
            </a:r>
            <a:r>
              <a:rPr b="0" lang="ru-RU" sz="2000" spc="-7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проанализировав</a:t>
            </a:r>
            <a:r>
              <a:rPr b="0" lang="ru-RU" sz="2000" spc="-7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приведенные</a:t>
            </a:r>
            <a:r>
              <a:rPr b="0" lang="ru-RU" sz="2000" spc="-7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выше</a:t>
            </a:r>
            <a:r>
              <a:rPr b="0" lang="ru-RU" sz="2000" spc="-3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решения</a:t>
            </a:r>
            <a:r>
              <a:rPr b="0" lang="ru-RU" sz="2000" spc="-5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было</a:t>
            </a:r>
            <a:r>
              <a:rPr b="0" lang="ru-RU" sz="2000" spc="-1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принято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рещение</a:t>
            </a:r>
            <a:r>
              <a:rPr b="0" lang="ru-RU" sz="2000" spc="-8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1" strike="noStrike">
                <a:solidFill>
                  <a:srgbClr val="000000"/>
                </a:solidFill>
                <a:latin typeface="Microsoft Sans Serif"/>
              </a:rPr>
              <a:t>создать,</a:t>
            </a:r>
            <a:r>
              <a:rPr b="0" lang="ru-RU" sz="2000" spc="-8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6" strike="noStrike">
                <a:solidFill>
                  <a:srgbClr val="000000"/>
                </a:solidFill>
                <a:latin typeface="Microsoft Sans Serif"/>
              </a:rPr>
              <a:t>что-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то</a:t>
            </a:r>
            <a:r>
              <a:rPr b="0" lang="ru-RU" sz="2000" spc="-6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подобное.</a:t>
            </a:r>
            <a:r>
              <a:rPr b="0" lang="ru-RU" sz="2000" spc="-6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32" strike="noStrike">
                <a:solidFill>
                  <a:srgbClr val="000000"/>
                </a:solidFill>
                <a:latin typeface="Microsoft Sans Serif"/>
              </a:rPr>
              <a:t>Данный</a:t>
            </a:r>
            <a:r>
              <a:rPr b="0" lang="ru-RU" sz="2000" spc="-7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продукт</a:t>
            </a:r>
            <a:r>
              <a:rPr b="0" lang="ru-RU" sz="2000" spc="-32" strike="noStrike">
                <a:solidFill>
                  <a:srgbClr val="000000"/>
                </a:solidFill>
                <a:latin typeface="Microsoft Sans Serif"/>
              </a:rPr>
              <a:t> сможет</a:t>
            </a:r>
            <a:r>
              <a:rPr b="0" lang="ru-RU" sz="2000" spc="-9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помочь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учителю</a:t>
            </a:r>
            <a:r>
              <a:rPr b="0" lang="ru-RU" sz="2000" spc="-7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делать</a:t>
            </a:r>
            <a:r>
              <a:rPr b="0" lang="ru-RU" sz="2000" spc="-60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быстрые</a:t>
            </a:r>
            <a:r>
              <a:rPr b="0" lang="ru-RU" sz="2000" spc="-3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41" strike="noStrike">
                <a:solidFill>
                  <a:srgbClr val="000000"/>
                </a:solidFill>
                <a:latin typeface="Microsoft Sans Serif"/>
              </a:rPr>
              <a:t>заметки</a:t>
            </a:r>
            <a:r>
              <a:rPr b="0" lang="ru-RU" sz="2000" spc="-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и</a:t>
            </a:r>
            <a:r>
              <a:rPr b="0" lang="ru-RU" sz="2000" spc="-4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с</a:t>
            </a:r>
            <a:r>
              <a:rPr b="0" lang="ru-RU" sz="2000" spc="-2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экономит</a:t>
            </a:r>
            <a:r>
              <a:rPr b="0" lang="ru-RU" sz="2000" spc="-60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время</a:t>
            </a:r>
            <a:r>
              <a:rPr b="0" lang="ru-RU" sz="2000" spc="-4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6" strike="noStrike">
                <a:solidFill>
                  <a:srgbClr val="000000"/>
                </a:solidFill>
                <a:latin typeface="Microsoft Sans Serif"/>
              </a:rPr>
              <a:t>при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объяснение</a:t>
            </a:r>
            <a:r>
              <a:rPr b="0" lang="ru-RU" sz="2000" spc="-80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материала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object 6"/>
          <p:cNvSpPr/>
          <p:nvPr/>
        </p:nvSpPr>
        <p:spPr>
          <a:xfrm>
            <a:off x="3670200" y="6438240"/>
            <a:ext cx="13053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426"/>
              </a:lnSpc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object 4"/>
          <p:cNvSpPr/>
          <p:nvPr/>
        </p:nvSpPr>
        <p:spPr>
          <a:xfrm>
            <a:off x="107640" y="161640"/>
            <a:ext cx="359280" cy="289800"/>
          </a:xfrm>
          <a:prstGeom prst="rect">
            <a:avLst/>
          </a:prstGeom>
          <a:solidFill>
            <a:srgbClr val="d3d3d5"/>
          </a:solidFill>
          <a:ln w="9525">
            <a:solidFill>
              <a:srgbClr val="5a62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90720">
              <a:lnSpc>
                <a:spcPct val="100000"/>
              </a:lnSpc>
              <a:spcBef>
                <a:spcPts val="604"/>
              </a:spcBef>
            </a:pPr>
            <a:r>
              <a:rPr b="0" lang="ru-RU" sz="1400" spc="-52" strike="noStrike">
                <a:solidFill>
                  <a:srgbClr val="000000"/>
                </a:solidFill>
                <a:latin typeface="Microsoft Sans Serif"/>
              </a:rPr>
              <a:t>В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object 5"/>
          <p:cNvSpPr/>
          <p:nvPr/>
        </p:nvSpPr>
        <p:spPr>
          <a:xfrm>
            <a:off x="107640" y="538560"/>
            <a:ext cx="359280" cy="289800"/>
          </a:xfrm>
          <a:prstGeom prst="rect">
            <a:avLst/>
          </a:prstGeom>
          <a:solidFill>
            <a:srgbClr val="6e94d2"/>
          </a:solidFill>
          <a:ln w="9525">
            <a:solidFill>
              <a:srgbClr val="5a62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76680" bIns="0" anchor="t">
            <a:spAutoFit/>
          </a:bodyPr>
          <a:p>
            <a:pPr marL="90720">
              <a:lnSpc>
                <a:spcPct val="100000"/>
              </a:lnSpc>
              <a:spcBef>
                <a:spcPts val="604"/>
              </a:spcBef>
            </a:pPr>
            <a:r>
              <a:rPr b="0" lang="ru-RU" sz="1400" spc="-52" strike="noStrike">
                <a:solidFill>
                  <a:srgbClr val="000000"/>
                </a:solidFill>
                <a:latin typeface="Microsoft Sans Serif"/>
              </a:rPr>
              <a:t>Р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descr=""/>
          <p:cNvPicPr/>
          <p:nvPr/>
        </p:nvPicPr>
        <p:blipFill>
          <a:blip r:embed="rId1"/>
          <a:stretch/>
        </p:blipFill>
        <p:spPr>
          <a:xfrm>
            <a:off x="228600" y="479880"/>
            <a:ext cx="2239560" cy="890640"/>
          </a:xfrm>
          <a:prstGeom prst="rect">
            <a:avLst/>
          </a:prstGeom>
          <a:ln w="0">
            <a:noFill/>
          </a:ln>
        </p:spPr>
      </p:pic>
      <p:sp>
        <p:nvSpPr>
          <p:cNvPr id="78" name="object 3"/>
          <p:cNvSpPr/>
          <p:nvPr/>
        </p:nvSpPr>
        <p:spPr>
          <a:xfrm>
            <a:off x="618840" y="1846800"/>
            <a:ext cx="798948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30120" indent="-318240" algn="just">
              <a:lnSpc>
                <a:spcPct val="100000"/>
              </a:lnSpc>
              <a:spcBef>
                <a:spcPts val="99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000" spc="-21" strike="noStrike">
                <a:solidFill>
                  <a:srgbClr val="000000"/>
                </a:solidFill>
                <a:latin typeface="Microsoft Sans Serif"/>
              </a:rPr>
              <a:t>Разработать</a:t>
            </a:r>
            <a:r>
              <a:rPr b="0" lang="ru-RU" sz="2000" spc="-32" strike="noStrike">
                <a:solidFill>
                  <a:srgbClr val="000000"/>
                </a:solidFill>
                <a:latin typeface="Microsoft Sans Serif"/>
              </a:rPr>
              <a:t> веб-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приложение</a:t>
            </a:r>
            <a:r>
              <a:rPr b="0" lang="ru-RU" sz="2000" spc="-4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для</a:t>
            </a:r>
            <a:r>
              <a:rPr b="0" lang="ru-RU" sz="2000" spc="-4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создания</a:t>
            </a:r>
            <a:r>
              <a:rPr b="0" lang="ru-RU" sz="2000" spc="-4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рукописных</a:t>
            </a:r>
            <a:r>
              <a:rPr b="0" lang="ru-RU" sz="2000" spc="-4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1" strike="noStrike">
                <a:solidFill>
                  <a:srgbClr val="000000"/>
                </a:solidFill>
                <a:latin typeface="Microsoft Sans Serif"/>
              </a:rPr>
              <a:t>заметок </a:t>
            </a:r>
            <a:r>
              <a:rPr b="0" lang="ru-RU" sz="2000" spc="-21" strike="noStrike">
                <a:solidFill>
                  <a:srgbClr val="000000"/>
                </a:solidFill>
                <a:latin typeface="Microsoft Sans Serif"/>
              </a:rPr>
              <a:t>	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и</a:t>
            </a:r>
            <a:r>
              <a:rPr b="0" lang="ru-RU" sz="2000" spc="199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презентаций,</a:t>
            </a:r>
            <a:r>
              <a:rPr b="0" lang="ru-RU" sz="2000" spc="21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которое</a:t>
            </a:r>
            <a:r>
              <a:rPr b="0" lang="ru-RU" sz="2000" spc="20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будет</a:t>
            </a:r>
            <a:r>
              <a:rPr b="0" lang="ru-RU" sz="2000" spc="20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доступно</a:t>
            </a:r>
            <a:r>
              <a:rPr b="0" lang="ru-RU" sz="2000" spc="20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для</a:t>
            </a:r>
            <a:r>
              <a:rPr b="0" lang="ru-RU" sz="2000" spc="1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использования</a:t>
            </a:r>
            <a:r>
              <a:rPr b="0" lang="ru-RU" sz="2000" spc="1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6" strike="noStrike">
                <a:solidFill>
                  <a:srgbClr val="000000"/>
                </a:solidFill>
                <a:latin typeface="Microsoft Sans Serif"/>
              </a:rPr>
              <a:t>на </a:t>
            </a:r>
            <a:r>
              <a:rPr b="0" lang="ru-RU" sz="2000" spc="-26" strike="noStrike">
                <a:solidFill>
                  <a:srgbClr val="000000"/>
                </a:solidFill>
                <a:latin typeface="Microsoft Sans Serif"/>
              </a:rPr>
              <a:t>	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любом</a:t>
            </a:r>
            <a:r>
              <a:rPr b="0" lang="ru-RU" sz="2000" spc="-5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устройстве</a:t>
            </a:r>
            <a:r>
              <a:rPr b="0" lang="ru-RU" sz="2000" spc="-5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с</a:t>
            </a:r>
            <a:r>
              <a:rPr b="0" lang="ru-RU" sz="2000" spc="-5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браузером.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object 4"/>
          <p:cNvSpPr/>
          <p:nvPr/>
        </p:nvSpPr>
        <p:spPr>
          <a:xfrm>
            <a:off x="2674440" y="6521760"/>
            <a:ext cx="13053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426"/>
              </a:lnSpc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object 2" descr=""/>
          <p:cNvPicPr/>
          <p:nvPr/>
        </p:nvPicPr>
        <p:blipFill>
          <a:blip r:embed="rId1"/>
          <a:stretch/>
        </p:blipFill>
        <p:spPr>
          <a:xfrm>
            <a:off x="169200" y="205920"/>
            <a:ext cx="3208680" cy="945720"/>
          </a:xfrm>
          <a:prstGeom prst="rect">
            <a:avLst/>
          </a:prstGeom>
          <a:ln w="0">
            <a:noFill/>
          </a:ln>
        </p:spPr>
      </p:pic>
      <p:sp>
        <p:nvSpPr>
          <p:cNvPr id="81" name="object 3"/>
          <p:cNvSpPr/>
          <p:nvPr/>
        </p:nvSpPr>
        <p:spPr>
          <a:xfrm>
            <a:off x="618840" y="1765440"/>
            <a:ext cx="7961400" cy="46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6400" bIns="0" anchor="t">
            <a:spAutoFit/>
          </a:bodyPr>
          <a:p>
            <a:pPr marL="332640" indent="-320760">
              <a:lnSpc>
                <a:spcPts val="2401"/>
              </a:lnSpc>
              <a:spcBef>
                <a:spcPts val="680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Изучить</a:t>
            </a:r>
            <a:r>
              <a:rPr b="0" lang="ru-RU" sz="2500" spc="-12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принципы</a:t>
            </a:r>
            <a:r>
              <a:rPr b="0" lang="ru-RU" sz="2500" spc="-7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работы</a:t>
            </a:r>
            <a:r>
              <a:rPr b="0" lang="ru-RU" sz="2500" spc="-8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интерактивных</a:t>
            </a:r>
            <a:r>
              <a:rPr b="0" lang="ru-RU" sz="2500" spc="-5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досок</a:t>
            </a:r>
            <a:r>
              <a:rPr b="0" lang="ru-RU" sz="2500" spc="-10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52" strike="noStrike">
                <a:solidFill>
                  <a:srgbClr val="000000"/>
                </a:solidFill>
                <a:latin typeface="Corbel"/>
              </a:rPr>
              <a:t>и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систем</a:t>
            </a:r>
            <a:r>
              <a:rPr b="0" lang="ru-RU" sz="2500" spc="-7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для</a:t>
            </a:r>
            <a:r>
              <a:rPr b="0" lang="ru-RU" sz="2500" spc="-7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создания</a:t>
            </a:r>
            <a:r>
              <a:rPr b="0" lang="ru-RU" sz="2500" spc="-8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заметок.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  <a:p>
            <a:pPr marL="332640" indent="-320760">
              <a:lnSpc>
                <a:spcPts val="2401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Разработать</a:t>
            </a:r>
            <a:r>
              <a:rPr b="0" lang="ru-RU" sz="2500" spc="-9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пользовательский</a:t>
            </a:r>
            <a:r>
              <a:rPr b="0" lang="ru-RU" sz="2500" spc="-114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интерфейс</a:t>
            </a:r>
            <a:r>
              <a:rPr b="0" lang="ru-RU" sz="2500" spc="-6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26" strike="noStrike">
                <a:solidFill>
                  <a:srgbClr val="000000"/>
                </a:solidFill>
                <a:latin typeface="Corbel"/>
              </a:rPr>
              <a:t>для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рисования</a:t>
            </a:r>
            <a:r>
              <a:rPr b="0" lang="ru-RU" sz="2500" spc="-6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и</a:t>
            </a:r>
            <a:r>
              <a:rPr b="0" lang="ru-RU" sz="2500" spc="-6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управления</a:t>
            </a:r>
            <a:r>
              <a:rPr b="0" lang="ru-RU" sz="2500" spc="-4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слайдами.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  <a:p>
            <a:pPr marL="332640" indent="-320760">
              <a:lnSpc>
                <a:spcPts val="2401"/>
              </a:lnSpc>
              <a:spcBef>
                <a:spcPts val="6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500" spc="-21" strike="noStrike">
                <a:solidFill>
                  <a:srgbClr val="000000"/>
                </a:solidFill>
                <a:latin typeface="Corbel"/>
              </a:rPr>
              <a:t>Реализовать</a:t>
            </a:r>
            <a:r>
              <a:rPr b="0" lang="ru-RU" sz="2500" spc="-5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функционал</a:t>
            </a:r>
            <a:r>
              <a:rPr b="0" lang="ru-RU" sz="2500" spc="-5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для</a:t>
            </a:r>
            <a:r>
              <a:rPr b="0" lang="ru-RU" sz="2500" spc="-7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работы</a:t>
            </a:r>
            <a:r>
              <a:rPr b="0" lang="ru-RU" sz="2500" spc="-3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с</a:t>
            </a:r>
            <a:r>
              <a:rPr b="0" lang="ru-RU" sz="2500" spc="-5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рукописным </a:t>
            </a:r>
            <a:r>
              <a:rPr b="0" lang="ru-RU" sz="2500" spc="-21" strike="noStrike">
                <a:solidFill>
                  <a:srgbClr val="000000"/>
                </a:solidFill>
                <a:latin typeface="Corbel"/>
              </a:rPr>
              <a:t>вводом</a:t>
            </a:r>
            <a:r>
              <a:rPr b="0" lang="ru-RU" sz="2500" spc="-8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(мышь,</a:t>
            </a:r>
            <a:r>
              <a:rPr b="0" lang="ru-RU" sz="2500" spc="-3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стилус,</a:t>
            </a:r>
            <a:r>
              <a:rPr b="0" lang="ru-RU" sz="2500" spc="-5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сенсорный</a:t>
            </a:r>
            <a:r>
              <a:rPr b="0" lang="ru-RU" sz="2500" spc="-5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экран).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  <a:p>
            <a:pPr marL="332640" indent="-320760">
              <a:lnSpc>
                <a:spcPts val="2401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Добавить</a:t>
            </a:r>
            <a:r>
              <a:rPr b="0" lang="ru-RU" sz="2500" spc="-97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возможность</a:t>
            </a:r>
            <a:r>
              <a:rPr b="0" lang="ru-RU" sz="2500" spc="-5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выбора</a:t>
            </a:r>
            <a:r>
              <a:rPr b="0" lang="ru-RU" sz="2500" spc="-4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21" strike="noStrike">
                <a:solidFill>
                  <a:srgbClr val="000000"/>
                </a:solidFill>
                <a:latin typeface="Corbel"/>
              </a:rPr>
              <a:t>цвета</a:t>
            </a:r>
            <a:r>
              <a:rPr b="0" lang="ru-RU" sz="2500" spc="-4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и</a:t>
            </a:r>
            <a:r>
              <a:rPr b="0" lang="ru-RU" sz="2500" spc="-6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толщины</a:t>
            </a:r>
            <a:r>
              <a:rPr b="0" lang="ru-RU" sz="2500" spc="-5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линии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для</a:t>
            </a:r>
            <a:r>
              <a:rPr b="0" lang="ru-RU" sz="2500" spc="-4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рисования.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  <a:p>
            <a:pPr marL="332640" indent="-320760">
              <a:lnSpc>
                <a:spcPts val="2401"/>
              </a:lnSpc>
              <a:spcBef>
                <a:spcPts val="6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Организовать</a:t>
            </a:r>
            <a:r>
              <a:rPr b="0" lang="ru-RU" sz="2500" spc="-4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систему</a:t>
            </a:r>
            <a:r>
              <a:rPr b="0" lang="ru-RU" sz="2500" spc="-2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слайдов</a:t>
            </a:r>
            <a:r>
              <a:rPr b="0" lang="ru-RU" sz="2500" spc="-66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для</a:t>
            </a:r>
            <a:r>
              <a:rPr b="0" lang="ru-RU" sz="2500" spc="-7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создания презентаций.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  <a:p>
            <a:pPr marL="332640" indent="-320760">
              <a:lnSpc>
                <a:spcPts val="2401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Протестировать</a:t>
            </a:r>
            <a:r>
              <a:rPr b="0" lang="ru-RU" sz="2500" spc="-10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приложение</a:t>
            </a:r>
            <a:r>
              <a:rPr b="0" lang="ru-RU" sz="2500" spc="-6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на</a:t>
            </a:r>
            <a:r>
              <a:rPr b="0" lang="ru-RU" sz="2500" spc="-80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различных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устройствах</a:t>
            </a:r>
            <a:r>
              <a:rPr b="0" lang="ru-RU" sz="2500" spc="-5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(ПК,</a:t>
            </a:r>
            <a:r>
              <a:rPr b="0" lang="ru-RU" sz="2500" spc="-5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планшеты,</a:t>
            </a:r>
            <a:r>
              <a:rPr b="0" lang="ru-RU" sz="2500" spc="-41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смартфоны).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  <a:p>
            <a:pPr marL="332640" indent="-320040">
              <a:lnSpc>
                <a:spcPts val="2424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algn="l" pos="332640"/>
              </a:tabLst>
            </a:pPr>
            <a:r>
              <a:rPr b="0" lang="ru-RU" sz="2500" spc="-21" strike="noStrike">
                <a:solidFill>
                  <a:srgbClr val="000000"/>
                </a:solidFill>
                <a:latin typeface="Corbel"/>
              </a:rPr>
              <a:t>Подготовить</a:t>
            </a:r>
            <a:r>
              <a:rPr b="0" lang="ru-RU" sz="2500" spc="-7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документацию</a:t>
            </a:r>
            <a:r>
              <a:rPr b="0" lang="ru-RU" sz="2500" spc="-5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" strike="noStrike">
                <a:solidFill>
                  <a:srgbClr val="000000"/>
                </a:solidFill>
                <a:latin typeface="Corbel"/>
              </a:rPr>
              <a:t>и</a:t>
            </a:r>
            <a:r>
              <a:rPr b="0" lang="ru-RU" sz="2500" spc="-32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презентацию</a:t>
            </a:r>
            <a:r>
              <a:rPr b="0" lang="ru-RU" sz="2500" spc="-15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2500" spc="-12" strike="noStrike">
                <a:solidFill>
                  <a:srgbClr val="000000"/>
                </a:solidFill>
                <a:latin typeface="Corbel"/>
              </a:rPr>
              <a:t>проекта.</a:t>
            </a:r>
            <a:endParaRPr b="0" lang="ru-RU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object 2" descr=""/>
          <p:cNvPicPr/>
          <p:nvPr/>
        </p:nvPicPr>
        <p:blipFill>
          <a:blip r:embed="rId1"/>
          <a:stretch/>
        </p:blipFill>
        <p:spPr>
          <a:xfrm>
            <a:off x="191880" y="255960"/>
            <a:ext cx="8032320" cy="876960"/>
          </a:xfrm>
          <a:prstGeom prst="rect">
            <a:avLst/>
          </a:prstGeom>
          <a:ln w="0">
            <a:noFill/>
          </a:ln>
        </p:spPr>
      </p:pic>
      <p:sp>
        <p:nvSpPr>
          <p:cNvPr id="83" name="object 3"/>
          <p:cNvSpPr/>
          <p:nvPr/>
        </p:nvSpPr>
        <p:spPr>
          <a:xfrm>
            <a:off x="618840" y="1846800"/>
            <a:ext cx="530532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525960" indent="-513000">
              <a:lnSpc>
                <a:spcPct val="100000"/>
              </a:lnSpc>
              <a:spcBef>
                <a:spcPts val="99"/>
              </a:spcBef>
              <a:buClr>
                <a:srgbClr val="efac00"/>
              </a:buClr>
              <a:buSzPct val="79000"/>
              <a:buFont typeface="OpenSymbol"/>
              <a:buAutoNum type="arabicPeriod"/>
              <a:tabLst>
                <a:tab algn="l" pos="52596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Microsoft Sans Serif"/>
              </a:rPr>
              <a:t>Сбор</a:t>
            </a:r>
            <a:r>
              <a:rPr b="0" lang="ru-RU" sz="2400" spc="-5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400" spc="-12" strike="noStrike">
                <a:solidFill>
                  <a:srgbClr val="000000"/>
                </a:solidFill>
                <a:latin typeface="Microsoft Sans Serif"/>
              </a:rPr>
              <a:t>информации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25960" indent="-513000">
              <a:lnSpc>
                <a:spcPct val="100000"/>
              </a:lnSpc>
              <a:buClr>
                <a:srgbClr val="efac00"/>
              </a:buClr>
              <a:buSzPct val="79000"/>
              <a:buFont typeface="OpenSymbol"/>
              <a:buAutoNum type="arabicPeriod"/>
              <a:tabLst>
                <a:tab algn="l" pos="525960"/>
              </a:tabLst>
            </a:pPr>
            <a:r>
              <a:rPr b="0" lang="ru-RU" sz="2400" spc="-41" strike="noStrike">
                <a:solidFill>
                  <a:srgbClr val="000000"/>
                </a:solidFill>
                <a:latin typeface="Microsoft Sans Serif"/>
              </a:rPr>
              <a:t>Разработка</a:t>
            </a:r>
            <a:r>
              <a:rPr b="0" lang="ru-RU" sz="2400" spc="-9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400" spc="-26" strike="noStrike">
                <a:solidFill>
                  <a:srgbClr val="000000"/>
                </a:solidFill>
                <a:latin typeface="Microsoft Sans Serif"/>
              </a:rPr>
              <a:t>программно</a:t>
            </a:r>
            <a:r>
              <a:rPr b="0" lang="ru-RU" sz="2400" spc="-60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400" spc="-12" strike="noStrike">
                <a:solidFill>
                  <a:srgbClr val="000000"/>
                </a:solidFill>
                <a:latin typeface="Microsoft Sans Serif"/>
              </a:rPr>
              <a:t>продукта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marL="525960" indent="-513000">
              <a:lnSpc>
                <a:spcPct val="100000"/>
              </a:lnSpc>
              <a:spcBef>
                <a:spcPts val="6"/>
              </a:spcBef>
              <a:buClr>
                <a:srgbClr val="efac00"/>
              </a:buClr>
              <a:buSzPct val="79000"/>
              <a:buFont typeface="OpenSymbol"/>
              <a:buAutoNum type="arabicPeriod"/>
              <a:tabLst>
                <a:tab algn="l" pos="525960"/>
              </a:tabLst>
            </a:pPr>
            <a:r>
              <a:rPr b="0" lang="ru-RU" sz="2400" spc="-12" strike="noStrike">
                <a:solidFill>
                  <a:srgbClr val="000000"/>
                </a:solidFill>
                <a:latin typeface="Microsoft Sans Serif"/>
              </a:rPr>
              <a:t>Отладка</a:t>
            </a:r>
            <a:r>
              <a:rPr b="0" lang="ru-RU" sz="2400" spc="-5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400" spc="-1" strike="noStrike">
                <a:solidFill>
                  <a:srgbClr val="000000"/>
                </a:solidFill>
                <a:latin typeface="Microsoft Sans Serif"/>
              </a:rPr>
              <a:t>и</a:t>
            </a:r>
            <a:r>
              <a:rPr b="0" lang="ru-RU" sz="2400" spc="-4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400" spc="-12" strike="noStrike">
                <a:solidFill>
                  <a:srgbClr val="000000"/>
                </a:solidFill>
                <a:latin typeface="Microsoft Sans Serif"/>
              </a:rPr>
              <a:t>тестирование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object 2" descr=""/>
          <p:cNvPicPr/>
          <p:nvPr/>
        </p:nvPicPr>
        <p:blipFill>
          <a:blip r:embed="rId1"/>
          <a:stretch/>
        </p:blipFill>
        <p:spPr>
          <a:xfrm>
            <a:off x="191880" y="255960"/>
            <a:ext cx="3899160" cy="876960"/>
          </a:xfrm>
          <a:prstGeom prst="rect">
            <a:avLst/>
          </a:prstGeom>
          <a:ln w="0">
            <a:noFill/>
          </a:ln>
        </p:spPr>
      </p:pic>
      <p:sp>
        <p:nvSpPr>
          <p:cNvPr id="85" name="object 3"/>
          <p:cNvSpPr/>
          <p:nvPr/>
        </p:nvSpPr>
        <p:spPr>
          <a:xfrm>
            <a:off x="316440" y="1657440"/>
            <a:ext cx="215208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1800" spc="-1" strike="noStrike">
                <a:solidFill>
                  <a:srgbClr val="000000"/>
                </a:solidFill>
                <a:latin typeface="Microsoft Sans Serif"/>
              </a:rPr>
              <a:t>Анализ</a:t>
            </a:r>
            <a:r>
              <a:rPr b="0" lang="ru-RU" sz="1800" spc="-11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1800" spc="-26" strike="noStrike">
                <a:solidFill>
                  <a:srgbClr val="000000"/>
                </a:solidFill>
                <a:latin typeface="Microsoft Sans Serif"/>
              </a:rPr>
              <a:t>конкурентов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916160" y="1586880"/>
            <a:ext cx="3964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icrosoft Sans Serif"/>
              </a:rPr>
              <a:t>Выбор</a:t>
            </a:r>
            <a:r>
              <a:rPr b="0" lang="ru-RU" sz="1800" spc="-5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1800" spc="-21" strike="noStrike">
                <a:solidFill>
                  <a:srgbClr val="000000"/>
                </a:solidFill>
                <a:latin typeface="Microsoft Sans Serif"/>
              </a:rPr>
              <a:t>языка</a:t>
            </a:r>
            <a:r>
              <a:rPr b="0" lang="ru-RU" sz="1800" spc="-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1800" spc="-21" strike="noStrike">
                <a:solidFill>
                  <a:srgbClr val="000000"/>
                </a:solidFill>
                <a:latin typeface="Microsoft Sans Serif"/>
              </a:rPr>
              <a:t>программирования</a:t>
            </a:r>
            <a:r>
              <a:rPr b="0" lang="ru-RU" sz="1800" spc="-26" strike="noStrike">
                <a:solidFill>
                  <a:srgbClr val="000000"/>
                </a:solidFill>
                <a:latin typeface="Microsoft Sans Serif"/>
              </a:rPr>
              <a:t> для </a:t>
            </a:r>
            <a:r>
              <a:rPr b="0" lang="ru-RU" sz="1800" spc="-12" strike="noStrike">
                <a:solidFill>
                  <a:srgbClr val="000000"/>
                </a:solidFill>
                <a:latin typeface="Microsoft Sans Serif"/>
              </a:rPr>
              <a:t>реализации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object 5" descr=""/>
          <p:cNvPicPr/>
          <p:nvPr/>
        </p:nvPicPr>
        <p:blipFill>
          <a:blip r:embed="rId2"/>
          <a:stretch/>
        </p:blipFill>
        <p:spPr>
          <a:xfrm>
            <a:off x="216000" y="2520000"/>
            <a:ext cx="4511520" cy="2606760"/>
          </a:xfrm>
          <a:prstGeom prst="rect">
            <a:avLst/>
          </a:prstGeom>
          <a:ln w="0">
            <a:noFill/>
          </a:ln>
        </p:spPr>
      </p:pic>
      <p:pic>
        <p:nvPicPr>
          <p:cNvPr id="88" name="object 6" descr=""/>
          <p:cNvPicPr/>
          <p:nvPr/>
        </p:nvPicPr>
        <p:blipFill>
          <a:blip r:embed="rId3"/>
          <a:stretch/>
        </p:blipFill>
        <p:spPr>
          <a:xfrm>
            <a:off x="5052960" y="2652480"/>
            <a:ext cx="3755880" cy="1701360"/>
          </a:xfrm>
          <a:prstGeom prst="rect">
            <a:avLst/>
          </a:prstGeom>
          <a:ln w="0">
            <a:noFill/>
          </a:ln>
        </p:spPr>
      </p:pic>
      <p:sp>
        <p:nvSpPr>
          <p:cNvPr id="89" name="object 7"/>
          <p:cNvSpPr/>
          <p:nvPr/>
        </p:nvSpPr>
        <p:spPr>
          <a:xfrm>
            <a:off x="2834640" y="5758200"/>
            <a:ext cx="13053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426"/>
              </a:lnSpc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object 2" descr=""/>
          <p:cNvPicPr/>
          <p:nvPr/>
        </p:nvPicPr>
        <p:blipFill>
          <a:blip r:embed="rId1"/>
          <a:stretch/>
        </p:blipFill>
        <p:spPr>
          <a:xfrm>
            <a:off x="2834640" y="242280"/>
            <a:ext cx="3314160" cy="891000"/>
          </a:xfrm>
          <a:prstGeom prst="rect">
            <a:avLst/>
          </a:prstGeom>
          <a:ln w="0">
            <a:noFill/>
          </a:ln>
        </p:spPr>
      </p:pic>
      <p:sp>
        <p:nvSpPr>
          <p:cNvPr id="91" name="object 3"/>
          <p:cNvSpPr/>
          <p:nvPr/>
        </p:nvSpPr>
        <p:spPr>
          <a:xfrm>
            <a:off x="252000" y="1519560"/>
            <a:ext cx="23792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1800" spc="-12" strike="noStrike">
                <a:solidFill>
                  <a:srgbClr val="000000"/>
                </a:solidFill>
                <a:latin typeface="Microsoft Sans Serif"/>
              </a:rPr>
              <a:t>Создание</a:t>
            </a:r>
            <a:r>
              <a:rPr b="0" lang="ru-RU" sz="1800" spc="-100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1800" spc="-12" strike="noStrike">
                <a:solidFill>
                  <a:srgbClr val="000000"/>
                </a:solidFill>
                <a:latin typeface="Microsoft Sans Serif"/>
              </a:rPr>
              <a:t>примерного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ru-RU" sz="1800" spc="-12" strike="noStrike">
                <a:solidFill>
                  <a:srgbClr val="000000"/>
                </a:solidFill>
                <a:latin typeface="Microsoft Sans Serif"/>
              </a:rPr>
              <a:t>интерфейса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object 4"/>
          <p:cNvSpPr/>
          <p:nvPr/>
        </p:nvSpPr>
        <p:spPr>
          <a:xfrm>
            <a:off x="5629680" y="2891880"/>
            <a:ext cx="193536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1800" spc="-35" strike="noStrike">
                <a:solidFill>
                  <a:srgbClr val="000000"/>
                </a:solidFill>
                <a:latin typeface="Microsoft Sans Serif"/>
              </a:rPr>
              <a:t>Фрагмент</a:t>
            </a:r>
            <a:r>
              <a:rPr b="0" lang="ru-RU" sz="1800" spc="-5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1800" spc="-12" strike="noStrike">
                <a:solidFill>
                  <a:srgbClr val="000000"/>
                </a:solidFill>
                <a:latin typeface="Microsoft Sans Serif"/>
              </a:rPr>
              <a:t>скрипта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3" name="object 5"/>
          <p:cNvGrpSpPr/>
          <p:nvPr/>
        </p:nvGrpSpPr>
        <p:grpSpPr>
          <a:xfrm>
            <a:off x="46440" y="2499120"/>
            <a:ext cx="8953560" cy="4160880"/>
            <a:chOff x="46440" y="2499120"/>
            <a:chExt cx="8953560" cy="4160880"/>
          </a:xfrm>
        </p:grpSpPr>
        <p:pic>
          <p:nvPicPr>
            <p:cNvPr id="94" name="object 6" descr=""/>
            <p:cNvPicPr/>
            <p:nvPr/>
          </p:nvPicPr>
          <p:blipFill>
            <a:blip r:embed="rId2"/>
            <a:stretch/>
          </p:blipFill>
          <p:spPr>
            <a:xfrm>
              <a:off x="46440" y="2499120"/>
              <a:ext cx="4059720" cy="2140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5" name="object 7" descr=""/>
            <p:cNvPicPr/>
            <p:nvPr/>
          </p:nvPicPr>
          <p:blipFill>
            <a:blip r:embed="rId3"/>
            <a:stretch/>
          </p:blipFill>
          <p:spPr>
            <a:xfrm>
              <a:off x="2168280" y="3549240"/>
              <a:ext cx="6831720" cy="3110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6" name="object 8"/>
          <p:cNvSpPr/>
          <p:nvPr/>
        </p:nvSpPr>
        <p:spPr>
          <a:xfrm>
            <a:off x="900000" y="5580000"/>
            <a:ext cx="13053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426"/>
              </a:lnSpc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2" descr=""/>
          <p:cNvPicPr/>
          <p:nvPr/>
        </p:nvPicPr>
        <p:blipFill>
          <a:blip r:embed="rId1"/>
          <a:stretch/>
        </p:blipFill>
        <p:spPr>
          <a:xfrm>
            <a:off x="2917080" y="182880"/>
            <a:ext cx="3314160" cy="7995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98" name="object 3"/>
          <p:cNvGraphicFramePr/>
          <p:nvPr/>
        </p:nvGraphicFramePr>
        <p:xfrm>
          <a:off x="89280" y="1628280"/>
          <a:ext cx="8910000" cy="3584520"/>
        </p:xfrm>
        <a:graphic>
          <a:graphicData uri="http://schemas.openxmlformats.org/drawingml/2006/table">
            <a:tbl>
              <a:tblPr/>
              <a:tblGrid>
                <a:gridCol w="1947240"/>
                <a:gridCol w="4016160"/>
                <a:gridCol w="2946960"/>
              </a:tblGrid>
              <a:tr h="875520">
                <a:tc>
                  <a:txBody>
                    <a:bodyPr anchor="t">
                      <a:noAutofit/>
                    </a:bodyPr>
                    <a:p>
                      <a:pPr marL="9072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b="1" lang="ru-RU" sz="2000" spc="-21" strike="noStrike">
                          <a:solidFill>
                            <a:schemeClr val="dk1"/>
                          </a:solidFill>
                          <a:latin typeface="Arial"/>
                        </a:rPr>
                        <a:t>Дата</a:t>
                      </a:r>
                      <a:endParaRPr b="0" lang="ru-RU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06"/>
                        </a:spcBef>
                      </a:pPr>
                      <a:r>
                        <a:rPr b="1" lang="ru-RU" sz="20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Ошибки</a:t>
                      </a:r>
                      <a:r>
                        <a:rPr b="1" lang="ru-RU" sz="2000" spc="-26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20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в</a:t>
                      </a:r>
                      <a:r>
                        <a:rPr b="1" lang="ru-RU" sz="2000" spc="-52" strike="noStrike">
                          <a:solidFill>
                            <a:schemeClr val="dk1"/>
                          </a:solidFill>
                          <a:latin typeface="Arial"/>
                        </a:rPr>
                        <a:t> </a:t>
                      </a:r>
                      <a:r>
                        <a:rPr b="1" lang="ru-RU" sz="20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программе</a:t>
                      </a:r>
                      <a:endParaRPr b="0" lang="ru-RU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8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b="1" lang="ru-RU" sz="2000" spc="-12" strike="noStrike">
                          <a:solidFill>
                            <a:schemeClr val="dk1"/>
                          </a:solidFill>
                          <a:latin typeface="Arial"/>
                        </a:rPr>
                        <a:t>Статус</a:t>
                      </a:r>
                      <a:endParaRPr b="0" lang="ru-RU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37240">
                <a:tc>
                  <a:txBody>
                    <a:bodyPr anchor="t">
                      <a:noAutofit/>
                    </a:bodyPr>
                    <a:p>
                      <a:pPr marL="90720">
                        <a:lnSpc>
                          <a:spcPct val="100000"/>
                        </a:lnSpc>
                        <a:spcBef>
                          <a:spcPts val="264"/>
                        </a:spcBef>
                      </a:pP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Ноябрь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Сложности</a:t>
                      </a:r>
                      <a:r>
                        <a:rPr b="0" lang="ru-RU" sz="1600" spc="-5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</a:t>
                      </a:r>
                      <a:r>
                        <a:rPr b="0" lang="ru-RU" sz="16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созданием </a:t>
                      </a: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слайдов</a:t>
                      </a:r>
                      <a:r>
                        <a:rPr b="0" lang="ru-RU" sz="1600" spc="-1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для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заметок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880">
                        <a:lnSpc>
                          <a:spcPct val="100000"/>
                        </a:lnSpc>
                        <a:spcBef>
                          <a:spcPts val="264"/>
                        </a:spcBef>
                      </a:pP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Исправлено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5800">
                <a:tc>
                  <a:txBody>
                    <a:bodyPr anchor="t">
                      <a:noAutofit/>
                    </a:bodyPr>
                    <a:p>
                      <a:pPr marL="90720">
                        <a:lnSpc>
                          <a:spcPct val="100000"/>
                        </a:lnSpc>
                        <a:spcBef>
                          <a:spcPts val="269"/>
                        </a:spcBef>
                      </a:pP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Декабрь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29"/>
                        </a:spcBef>
                      </a:pP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Проблемы</a:t>
                      </a:r>
                      <a:r>
                        <a:rPr b="0" lang="ru-RU" sz="16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</a:t>
                      </a:r>
                      <a:r>
                        <a:rPr b="0" lang="ru-RU" sz="1600" spc="-4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рисованием и</a:t>
                      </a:r>
                      <a:r>
                        <a:rPr b="0" lang="ru-RU" sz="16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сохранением </a:t>
                      </a:r>
                      <a:r>
                        <a:rPr b="0" lang="ru-RU" sz="16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заметок</a:t>
                      </a:r>
                      <a:r>
                        <a:rPr b="0" lang="ru-RU" sz="1600" spc="-3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при</a:t>
                      </a:r>
                      <a:r>
                        <a:rPr b="0" lang="ru-RU" sz="1600" spc="-26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перемещении</a:t>
                      </a:r>
                      <a:r>
                        <a:rPr b="0" lang="ru-RU" sz="1600" spc="-7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по</a:t>
                      </a:r>
                      <a:r>
                        <a:rPr b="0" lang="ru-RU" sz="1600" spc="-4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слайдам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880">
                        <a:lnSpc>
                          <a:spcPct val="100000"/>
                        </a:lnSpc>
                        <a:spcBef>
                          <a:spcPts val="269"/>
                        </a:spcBef>
                      </a:pP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Исправлено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75800">
                <a:tc>
                  <a:txBody>
                    <a:bodyPr anchor="t">
                      <a:noAutofit/>
                    </a:bodyPr>
                    <a:p>
                      <a:pPr marL="9072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Январь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Обработка</a:t>
                      </a:r>
                      <a:r>
                        <a:rPr b="0" lang="ru-RU" sz="1600" spc="-3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событий</a:t>
                      </a:r>
                      <a:r>
                        <a:rPr b="0" lang="ru-RU" sz="1600" spc="-5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нажатия</a:t>
                      </a:r>
                      <a:r>
                        <a:rPr b="0" lang="ru-RU" sz="1600" spc="-15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 </a:t>
                      </a:r>
                      <a:r>
                        <a:rPr b="0" lang="ru-RU" sz="1600" spc="-12" strike="noStrike">
                          <a:solidFill>
                            <a:schemeClr val="dk1"/>
                          </a:solidFill>
                          <a:latin typeface="Microsoft Sans Serif"/>
                        </a:rPr>
                        <a:t>кнопок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928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b="0" lang="ru-RU" sz="1400" spc="-12" strike="noStrike">
                          <a:solidFill>
                            <a:schemeClr val="dk1"/>
                          </a:solidFill>
                          <a:latin typeface="Palatino Linotype"/>
                        </a:rPr>
                        <a:t>Исправлено</a:t>
                      </a:r>
                      <a:endParaRPr b="0" lang="ru-RU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object 2"/>
          <p:cNvGrpSpPr/>
          <p:nvPr/>
        </p:nvGrpSpPr>
        <p:grpSpPr>
          <a:xfrm>
            <a:off x="191880" y="255960"/>
            <a:ext cx="7322040" cy="5062320"/>
            <a:chOff x="191880" y="255960"/>
            <a:chExt cx="7322040" cy="5062320"/>
          </a:xfrm>
        </p:grpSpPr>
        <p:pic>
          <p:nvPicPr>
            <p:cNvPr id="100" name="object 3" descr=""/>
            <p:cNvPicPr/>
            <p:nvPr/>
          </p:nvPicPr>
          <p:blipFill>
            <a:blip r:embed="rId1"/>
            <a:stretch/>
          </p:blipFill>
          <p:spPr>
            <a:xfrm>
              <a:off x="191880" y="255960"/>
              <a:ext cx="5156640" cy="876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1" name="object 4" descr=""/>
            <p:cNvPicPr/>
            <p:nvPr/>
          </p:nvPicPr>
          <p:blipFill>
            <a:blip r:embed="rId2"/>
            <a:stretch/>
          </p:blipFill>
          <p:spPr>
            <a:xfrm>
              <a:off x="315000" y="1522080"/>
              <a:ext cx="7198920" cy="3796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02" name="object 5"/>
          <p:cNvSpPr/>
          <p:nvPr/>
        </p:nvSpPr>
        <p:spPr>
          <a:xfrm>
            <a:off x="618840" y="5412240"/>
            <a:ext cx="687888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4800" bIns="0" anchor="t">
            <a:spAutoFit/>
          </a:bodyPr>
          <a:p>
            <a:pPr marL="332640" indent="-320760">
              <a:lnSpc>
                <a:spcPts val="3240"/>
              </a:lnSpc>
              <a:spcBef>
                <a:spcPts val="510"/>
              </a:spcBef>
              <a:tabLst>
                <a:tab algn="l" pos="0"/>
              </a:tabLst>
            </a:pPr>
            <a:r>
              <a:rPr b="0" lang="ru-RU" sz="3000" spc="-12" strike="noStrike">
                <a:solidFill>
                  <a:srgbClr val="000000"/>
                </a:solidFill>
                <a:latin typeface="Corbel"/>
              </a:rPr>
              <a:t>Дополнительный</a:t>
            </a:r>
            <a:r>
              <a:rPr b="0" lang="ru-RU" sz="3000" spc="-111" strike="noStrike">
                <a:solidFill>
                  <a:srgbClr val="000000"/>
                </a:solidFill>
                <a:latin typeface="Corbel"/>
              </a:rPr>
              <a:t> </a:t>
            </a:r>
            <a:r>
              <a:rPr b="0" lang="ru-RU" sz="3000" spc="-12" strike="noStrike">
                <a:solidFill>
                  <a:srgbClr val="000000"/>
                </a:solidFill>
                <a:latin typeface="Corbel"/>
              </a:rPr>
              <a:t>материал: </a:t>
            </a:r>
            <a:r>
              <a:rPr b="0" lang="ru-RU" sz="3000" spc="-12" strike="noStrike" u="sng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orbel"/>
                <a:hlinkClick r:id="rId3"/>
              </a:rPr>
              <a:t>https://disk.yandex.ru/d/IDXXva3kYhvGjA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object 6"/>
          <p:cNvSpPr/>
          <p:nvPr/>
        </p:nvSpPr>
        <p:spPr>
          <a:xfrm>
            <a:off x="2674440" y="6521760"/>
            <a:ext cx="13053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426"/>
              </a:lnSpc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object 2"/>
          <p:cNvGrpSpPr/>
          <p:nvPr/>
        </p:nvGrpSpPr>
        <p:grpSpPr>
          <a:xfrm>
            <a:off x="0" y="0"/>
            <a:ext cx="9143280" cy="1521360"/>
            <a:chOff x="0" y="0"/>
            <a:chExt cx="9143280" cy="1521360"/>
          </a:xfrm>
        </p:grpSpPr>
        <p:pic>
          <p:nvPicPr>
            <p:cNvPr id="105" name="object 3" descr=""/>
            <p:cNvPicPr/>
            <p:nvPr/>
          </p:nvPicPr>
          <p:blipFill>
            <a:blip r:embed="rId1"/>
            <a:stretch/>
          </p:blipFill>
          <p:spPr>
            <a:xfrm>
              <a:off x="0" y="1418760"/>
              <a:ext cx="9143280" cy="1026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6" name="object 4"/>
            <p:cNvSpPr/>
            <p:nvPr/>
          </p:nvSpPr>
          <p:spPr>
            <a:xfrm>
              <a:off x="0" y="1436040"/>
              <a:ext cx="9143280" cy="4500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45000"/>
                <a:gd name="textAreaBottom" fmla="*/ 45720 h 45000"/>
              </a:gdLst>
              <a:ahLst/>
              <a:rect l="textAreaLeft" t="textAreaTop" r="textAreaRight" b="textAreaBottom"/>
              <a:pathLst>
                <a:path w="9144000" h="45719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object 5"/>
            <p:cNvSpPr/>
            <p:nvPr/>
          </p:nvSpPr>
          <p:spPr>
            <a:xfrm>
              <a:off x="0" y="0"/>
              <a:ext cx="9143280" cy="1433160"/>
            </a:xfrm>
            <a:custGeom>
              <a:avLst/>
              <a:gdLst>
                <a:gd name="textAreaLeft" fmla="*/ 0 w 9143280"/>
                <a:gd name="textAreaRight" fmla="*/ 9144000 w 9143280"/>
                <a:gd name="textAreaTop" fmla="*/ 0 h 1433160"/>
                <a:gd name="textAreaBottom" fmla="*/ 1433880 h 1433160"/>
              </a:gdLst>
              <a:ahLst/>
              <a:rect l="textAreaLeft" t="textAreaTop" r="textAreaRight" b="textAreaBottom"/>
              <a:pathLst>
                <a:path w="9144000" h="1433830">
                  <a:moveTo>
                    <a:pt x="9144000" y="0"/>
                  </a:moveTo>
                  <a:lnTo>
                    <a:pt x="0" y="0"/>
                  </a:lnTo>
                  <a:lnTo>
                    <a:pt x="0" y="1433702"/>
                  </a:lnTo>
                  <a:lnTo>
                    <a:pt x="9144000" y="143370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u-RU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108" name="object 6" descr=""/>
          <p:cNvPicPr/>
          <p:nvPr/>
        </p:nvPicPr>
        <p:blipFill>
          <a:blip r:embed="rId2"/>
          <a:stretch/>
        </p:blipFill>
        <p:spPr>
          <a:xfrm>
            <a:off x="768240" y="3401640"/>
            <a:ext cx="6436800" cy="438120"/>
          </a:xfrm>
          <a:prstGeom prst="rect">
            <a:avLst/>
          </a:prstGeom>
          <a:ln w="0">
            <a:noFill/>
          </a:ln>
        </p:spPr>
      </p:pic>
      <p:sp>
        <p:nvSpPr>
          <p:cNvPr id="109" name="object 7"/>
          <p:cNvSpPr/>
          <p:nvPr/>
        </p:nvSpPr>
        <p:spPr>
          <a:xfrm>
            <a:off x="618840" y="1846800"/>
            <a:ext cx="419904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Проект</a:t>
            </a:r>
            <a:r>
              <a:rPr b="0" lang="ru-RU" sz="2000" spc="-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32" strike="noStrike">
                <a:solidFill>
                  <a:srgbClr val="000000"/>
                </a:solidFill>
                <a:latin typeface="Microsoft Sans Serif"/>
              </a:rPr>
              <a:t>может</a:t>
            </a:r>
            <a:r>
              <a:rPr b="0" lang="ru-RU" sz="2000" spc="-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работать</a:t>
            </a:r>
            <a:r>
              <a:rPr b="0" lang="ru-RU" sz="2000" spc="-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автономно;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Простой</a:t>
            </a:r>
            <a:r>
              <a:rPr b="0" lang="ru-RU" sz="2000" spc="-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и</a:t>
            </a:r>
            <a:r>
              <a:rPr b="0" lang="ru-RU" sz="2000" spc="-2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понятный</a:t>
            </a:r>
            <a:r>
              <a:rPr b="0" lang="ru-RU" sz="2000" spc="-3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интерфейс; Проект</a:t>
            </a:r>
            <a:r>
              <a:rPr b="0" lang="ru-RU" sz="2000" spc="-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1" strike="noStrike">
                <a:solidFill>
                  <a:srgbClr val="000000"/>
                </a:solidFill>
                <a:latin typeface="Microsoft Sans Serif"/>
              </a:rPr>
              <a:t>работает</a:t>
            </a:r>
            <a:r>
              <a:rPr b="0" lang="ru-RU" sz="2000" spc="-10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на</a:t>
            </a:r>
            <a:r>
              <a:rPr b="0" lang="ru-RU" sz="2000" spc="-4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разных</a:t>
            </a:r>
            <a:r>
              <a:rPr b="0" lang="ru-RU" sz="2000" spc="-75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6" strike="noStrike">
                <a:solidFill>
                  <a:srgbClr val="000000"/>
                </a:solidFill>
                <a:latin typeface="Microsoft Sans Serif"/>
              </a:rPr>
              <a:t>ОС;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object 10"/>
          <p:cNvSpPr/>
          <p:nvPr/>
        </p:nvSpPr>
        <p:spPr>
          <a:xfrm>
            <a:off x="2674440" y="6521760"/>
            <a:ext cx="13053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">
              <a:lnSpc>
                <a:spcPts val="1426"/>
              </a:lnSpc>
            </a:pP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ГБОУ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1" strike="noStrike">
                <a:solidFill>
                  <a:srgbClr val="3e3e3e"/>
                </a:solidFill>
                <a:latin typeface="Microsoft Sans Serif"/>
              </a:rPr>
              <a:t>Школа</a:t>
            </a:r>
            <a:r>
              <a:rPr b="0" lang="ru-RU" sz="1200" spc="-35" strike="noStrike">
                <a:solidFill>
                  <a:srgbClr val="3e3e3e"/>
                </a:solidFill>
                <a:latin typeface="Microsoft Sans Serif"/>
              </a:rPr>
              <a:t> </a:t>
            </a:r>
            <a:r>
              <a:rPr b="0" lang="ru-RU" sz="1200" spc="-21" strike="noStrike">
                <a:solidFill>
                  <a:srgbClr val="3e3e3e"/>
                </a:solidFill>
                <a:latin typeface="Microsoft Sans Serif"/>
              </a:rPr>
              <a:t>1363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38640" y="213840"/>
            <a:ext cx="7938720" cy="1342440"/>
          </a:xfrm>
          <a:prstGeom prst="rect">
            <a:avLst/>
          </a:prstGeom>
          <a:noFill/>
          <a:ln w="0">
            <a:noFill/>
          </a:ln>
        </p:spPr>
        <p:txBody>
          <a:bodyPr lIns="0" rIns="0" tIns="197640" bIns="0" anchor="t">
            <a:noAutofit/>
          </a:bodyPr>
          <a:p>
            <a:pPr marL="3816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ru-RU" sz="3600" spc="-2110" strike="noStrike">
                <a:solidFill>
                  <a:srgbClr val="ffc000"/>
                </a:solidFill>
                <a:latin typeface="Arial"/>
              </a:rPr>
              <a:t>П</a:t>
            </a:r>
            <a:r>
              <a:rPr b="1" lang="ru-RU" sz="3600" spc="-1" strike="noStrike">
                <a:solidFill>
                  <a:srgbClr val="ffc000"/>
                </a:solidFill>
                <a:latin typeface="Arial"/>
              </a:rPr>
              <a:t>реимущества</a:t>
            </a:r>
            <a:r>
              <a:rPr b="1" lang="ru-RU" sz="3600" spc="-21" strike="noStrike">
                <a:solidFill>
                  <a:srgbClr val="ffc000"/>
                </a:solidFill>
                <a:latin typeface="Arial"/>
              </a:rPr>
              <a:t> </a:t>
            </a:r>
            <a:r>
              <a:rPr b="1" lang="ru-RU" sz="3600" spc="-1" strike="noStrike">
                <a:solidFill>
                  <a:srgbClr val="ffc000"/>
                </a:solidFill>
                <a:latin typeface="Arial"/>
              </a:rPr>
              <a:t>нашей</a:t>
            </a:r>
            <a:r>
              <a:rPr b="1" lang="ru-RU" sz="3600" spc="-55" strike="noStrike">
                <a:solidFill>
                  <a:srgbClr val="ffc000"/>
                </a:solidFill>
                <a:latin typeface="Arial"/>
              </a:rPr>
              <a:t> </a:t>
            </a:r>
            <a:r>
              <a:rPr b="1" lang="ru-RU" sz="3600" spc="-12" strike="noStrike">
                <a:solidFill>
                  <a:srgbClr val="ffc000"/>
                </a:solidFill>
                <a:latin typeface="Arial"/>
              </a:rPr>
              <a:t>программы: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object 9"/>
          <p:cNvSpPr/>
          <p:nvPr/>
        </p:nvSpPr>
        <p:spPr>
          <a:xfrm>
            <a:off x="789480" y="4116240"/>
            <a:ext cx="730368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u-RU" sz="2000" spc="-32" strike="noStrike">
                <a:solidFill>
                  <a:srgbClr val="000000"/>
                </a:solidFill>
                <a:latin typeface="Microsoft Sans Serif"/>
              </a:rPr>
              <a:t>Добавление</a:t>
            </a:r>
            <a:r>
              <a:rPr b="0" lang="ru-RU" sz="2000" spc="-10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дополнительных</a:t>
            </a:r>
            <a:r>
              <a:rPr b="0" lang="ru-RU" sz="2000" spc="-8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функций;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Адаптирование</a:t>
            </a:r>
            <a:r>
              <a:rPr b="0" lang="ru-RU" sz="2000" spc="-52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интерфейса</a:t>
            </a:r>
            <a:r>
              <a:rPr b="0" lang="ru-RU" sz="2000" spc="-4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для</a:t>
            </a:r>
            <a:r>
              <a:rPr b="0" lang="ru-RU" sz="2000" spc="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32" strike="noStrike">
                <a:solidFill>
                  <a:srgbClr val="000000"/>
                </a:solidFill>
                <a:latin typeface="Microsoft Sans Serif"/>
              </a:rPr>
              <a:t>образовательного</a:t>
            </a:r>
            <a:r>
              <a:rPr b="0" lang="ru-RU" sz="2000" spc="-6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процесса;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Проект</a:t>
            </a:r>
            <a:r>
              <a:rPr b="0" lang="ru-RU" sz="2000" spc="-97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2" strike="noStrike">
                <a:solidFill>
                  <a:srgbClr val="000000"/>
                </a:solidFill>
                <a:latin typeface="Microsoft Sans Serif"/>
              </a:rPr>
              <a:t>работает</a:t>
            </a:r>
            <a:r>
              <a:rPr b="0" lang="ru-RU" sz="2000" spc="-111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на</a:t>
            </a:r>
            <a:r>
              <a:rPr b="0" lang="ru-RU" sz="2000" spc="-4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1" strike="noStrike">
                <a:solidFill>
                  <a:srgbClr val="000000"/>
                </a:solidFill>
                <a:latin typeface="Microsoft Sans Serif"/>
              </a:rPr>
              <a:t>разных</a:t>
            </a:r>
            <a:r>
              <a:rPr b="0" lang="ru-RU" sz="2000" spc="-86" strike="noStrike">
                <a:solidFill>
                  <a:srgbClr val="000000"/>
                </a:solidFill>
                <a:latin typeface="Microsoft Sans Serif"/>
              </a:rPr>
              <a:t> </a:t>
            </a:r>
            <a:r>
              <a:rPr b="0" lang="ru-RU" sz="2000" spc="-26" strike="noStrike">
                <a:solidFill>
                  <a:srgbClr val="000000"/>
                </a:solidFill>
                <a:latin typeface="Microsoft Sans Serif"/>
              </a:rPr>
              <a:t>ОС.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Application>LibreOffice/7.6.5.2$Linux_X86_64 LibreOffice_project/60$Build-2</Application>
  <AppVersion>15.0000</AppVersion>
  <Words>436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2025-02-12T18:06:24Z</dcterms:created>
  <dc:creator>BIK</dc:creator>
  <dc:description/>
  <dc:language>ru-RU</dc:language>
  <cp:lastModifiedBy/>
  <dcterms:modified xsi:type="dcterms:W3CDTF">2025-04-09T12:02:27Z</dcterms:modified>
  <cp:revision>6</cp:revision>
  <dc:subject/>
  <dc:title>ПРОЕКТНАЯ РАБОТА ПО ТЕМЕ: «»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2025-02-12T00:00:00Z</vt:filetime>
  </property>
  <property fmtid="{D5CDD505-2E9C-101B-9397-08002B2CF9AE}" pid="5" name="PresentationFormat">
    <vt:lpwstr>Экран (4:3)</vt:lpwstr>
  </property>
  <property fmtid="{D5CDD505-2E9C-101B-9397-08002B2CF9AE}" pid="6" name="Producer">
    <vt:lpwstr>Microsoft® Office PowerPoint® 2007</vt:lpwstr>
  </property>
  <property fmtid="{D5CDD505-2E9C-101B-9397-08002B2CF9AE}" pid="7" name="Slides">
    <vt:i4>12</vt:i4>
  </property>
</Properties>
</file>